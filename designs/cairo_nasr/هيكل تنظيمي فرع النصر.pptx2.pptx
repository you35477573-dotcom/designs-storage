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84" r:id="rId3"/>
    <p:sldId id="274" r:id="rId4"/>
    <p:sldId id="276" r:id="rId5"/>
    <p:sldId id="278" r:id="rId6"/>
    <p:sldId id="279" r:id="rId7"/>
    <p:sldId id="280" r:id="rId8"/>
    <p:sldId id="281" r:id="rId9"/>
    <p:sldId id="282" r:id="rId10"/>
    <p:sldId id="28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5A95"/>
    <a:srgbClr val="1D8D4D"/>
    <a:srgbClr val="1B45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89" autoAdjust="0"/>
    <p:restoredTop sz="94660"/>
  </p:normalViewPr>
  <p:slideViewPr>
    <p:cSldViewPr snapToGrid="0" showGuides="1">
      <p:cViewPr>
        <p:scale>
          <a:sx n="66" d="100"/>
          <a:sy n="66" d="100"/>
        </p:scale>
        <p:origin x="3904" y="2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7DACF7-0D9C-42DA-B3A6-A4D20FA0514C}" type="doc">
      <dgm:prSet loTypeId="urn:microsoft.com/office/officeart/2005/8/layout/orgChart1" loCatId="hierarchy" qsTypeId="urn:microsoft.com/office/officeart/2005/8/quickstyle/simple4" qsCatId="simple" csTypeId="urn:microsoft.com/office/officeart/2005/8/colors/accent6_1" csCatId="accent6" phldr="1"/>
      <dgm:spPr/>
      <dgm:t>
        <a:bodyPr/>
        <a:lstStyle/>
        <a:p>
          <a:endParaRPr lang="en-US"/>
        </a:p>
      </dgm:t>
    </dgm:pt>
    <dgm:pt modelId="{73CDAA4C-6033-4886-BCB7-A101B8972E47}">
      <dgm:prSet phldrT="[Text]"/>
      <dgm:spPr/>
      <dgm:t>
        <a:bodyPr/>
        <a:lstStyle/>
        <a:p>
          <a:r>
            <a:rPr lang="ar-EG" b="1" dirty="0">
              <a:solidFill>
                <a:srgbClr val="1E5A95"/>
              </a:solidFill>
            </a:rPr>
            <a:t>مدير عام</a:t>
          </a:r>
          <a:endParaRPr lang="en-US" b="1" dirty="0">
            <a:solidFill>
              <a:srgbClr val="1E5A95"/>
            </a:solidFill>
          </a:endParaRPr>
        </a:p>
      </dgm:t>
    </dgm:pt>
    <dgm:pt modelId="{51BB4BFE-8C2E-46FD-9D3B-9E3B78F3F425}" type="parTrans" cxnId="{5BF305F3-D86A-4543-A70A-AE8AD671EFA3}">
      <dgm:prSet/>
      <dgm:spPr/>
      <dgm:t>
        <a:bodyPr/>
        <a:lstStyle/>
        <a:p>
          <a:endParaRPr lang="en-US"/>
        </a:p>
      </dgm:t>
    </dgm:pt>
    <dgm:pt modelId="{8FB86B0C-3FDE-4EB4-84B3-9B88BF5A9B3B}" type="sibTrans" cxnId="{5BF305F3-D86A-4543-A70A-AE8AD671EFA3}">
      <dgm:prSet/>
      <dgm:spPr/>
      <dgm:t>
        <a:bodyPr/>
        <a:lstStyle/>
        <a:p>
          <a:endParaRPr lang="en-US"/>
        </a:p>
      </dgm:t>
    </dgm:pt>
    <dgm:pt modelId="{E0B3F0DB-9FEC-474C-8398-F83056D49345}">
      <dgm:prSet phldrT="[Text]"/>
      <dgm:spPr/>
      <dgm:t>
        <a:bodyPr/>
        <a:lstStyle/>
        <a:p>
          <a:r>
            <a:rPr lang="en-US" b="1" dirty="0">
              <a:solidFill>
                <a:srgbClr val="1E5A95"/>
              </a:solidFill>
            </a:rPr>
            <a:t>HR</a:t>
          </a:r>
        </a:p>
      </dgm:t>
    </dgm:pt>
    <dgm:pt modelId="{12940D1E-8EB7-4770-BA6E-EEDB03ED1A93}" type="parTrans" cxnId="{C29897D3-26C3-4859-B1ED-994E2B811391}">
      <dgm:prSet/>
      <dgm:spPr/>
      <dgm:t>
        <a:bodyPr/>
        <a:lstStyle/>
        <a:p>
          <a:endParaRPr lang="en-US" b="1">
            <a:solidFill>
              <a:srgbClr val="1E5A95"/>
            </a:solidFill>
          </a:endParaRPr>
        </a:p>
      </dgm:t>
    </dgm:pt>
    <dgm:pt modelId="{1DD83002-79B3-44A2-88DE-39DB14EFAB7E}" type="sibTrans" cxnId="{C29897D3-26C3-4859-B1ED-994E2B811391}">
      <dgm:prSet/>
      <dgm:spPr/>
      <dgm:t>
        <a:bodyPr/>
        <a:lstStyle/>
        <a:p>
          <a:endParaRPr lang="en-US"/>
        </a:p>
      </dgm:t>
    </dgm:pt>
    <dgm:pt modelId="{A70EE71E-9A57-4D8E-B1AA-1A75E19EA4E9}">
      <dgm:prSet phldrT="[Text]"/>
      <dgm:spPr/>
      <dgm:t>
        <a:bodyPr/>
        <a:lstStyle/>
        <a:p>
          <a:r>
            <a:rPr lang="ar-EG" b="1" dirty="0">
              <a:solidFill>
                <a:srgbClr val="1E5A95"/>
              </a:solidFill>
            </a:rPr>
            <a:t>مبيعات</a:t>
          </a:r>
          <a:endParaRPr lang="en-US" b="1" dirty="0">
            <a:solidFill>
              <a:srgbClr val="1E5A95"/>
            </a:solidFill>
          </a:endParaRPr>
        </a:p>
      </dgm:t>
    </dgm:pt>
    <dgm:pt modelId="{2A5AD12C-E104-425B-BCEA-987A7D3A10A6}" type="parTrans" cxnId="{5009648D-7A3D-40D9-BC94-75FFD3537897}">
      <dgm:prSet/>
      <dgm:spPr/>
      <dgm:t>
        <a:bodyPr/>
        <a:lstStyle/>
        <a:p>
          <a:endParaRPr lang="en-US" b="1">
            <a:solidFill>
              <a:srgbClr val="1E5A95"/>
            </a:solidFill>
          </a:endParaRPr>
        </a:p>
      </dgm:t>
    </dgm:pt>
    <dgm:pt modelId="{E1442451-0833-4016-9AA7-0ADE9E4520EB}" type="sibTrans" cxnId="{5009648D-7A3D-40D9-BC94-75FFD3537897}">
      <dgm:prSet/>
      <dgm:spPr/>
      <dgm:t>
        <a:bodyPr/>
        <a:lstStyle/>
        <a:p>
          <a:endParaRPr lang="en-US"/>
        </a:p>
      </dgm:t>
    </dgm:pt>
    <dgm:pt modelId="{395EBAE3-EC89-4AC0-ACF5-9FD8C7695FB5}">
      <dgm:prSet phldrT="[Text]"/>
      <dgm:spPr/>
      <dgm:t>
        <a:bodyPr/>
        <a:lstStyle/>
        <a:p>
          <a:r>
            <a:rPr lang="ar-EG" b="1" dirty="0">
              <a:solidFill>
                <a:srgbClr val="1E5A95"/>
              </a:solidFill>
            </a:rPr>
            <a:t>علميات</a:t>
          </a:r>
          <a:endParaRPr lang="en-US" b="1" dirty="0">
            <a:solidFill>
              <a:srgbClr val="1E5A95"/>
            </a:solidFill>
          </a:endParaRPr>
        </a:p>
      </dgm:t>
    </dgm:pt>
    <dgm:pt modelId="{0FE64D3B-67EC-47C4-9FAB-F212A31A3D80}" type="parTrans" cxnId="{C14DBFD6-2235-40A7-8109-E205FAD8D8E9}">
      <dgm:prSet/>
      <dgm:spPr/>
      <dgm:t>
        <a:bodyPr/>
        <a:lstStyle/>
        <a:p>
          <a:endParaRPr lang="en-US" b="1">
            <a:solidFill>
              <a:srgbClr val="1E5A95"/>
            </a:solidFill>
          </a:endParaRPr>
        </a:p>
      </dgm:t>
    </dgm:pt>
    <dgm:pt modelId="{73498608-2714-4213-97CC-FB5E8DC84ADA}" type="sibTrans" cxnId="{C14DBFD6-2235-40A7-8109-E205FAD8D8E9}">
      <dgm:prSet/>
      <dgm:spPr/>
      <dgm:t>
        <a:bodyPr/>
        <a:lstStyle/>
        <a:p>
          <a:endParaRPr lang="en-US"/>
        </a:p>
      </dgm:t>
    </dgm:pt>
    <dgm:pt modelId="{8E41D8C9-D527-44A4-BB97-104DA8292AB9}">
      <dgm:prSet phldrT="[Text]"/>
      <dgm:spPr/>
      <dgm:t>
        <a:bodyPr/>
        <a:lstStyle/>
        <a:p>
          <a:r>
            <a:rPr lang="ar-EG" b="1" dirty="0">
              <a:solidFill>
                <a:srgbClr val="1E5A95"/>
              </a:solidFill>
            </a:rPr>
            <a:t>التحصيل</a:t>
          </a:r>
          <a:endParaRPr lang="en-US" b="1" dirty="0">
            <a:solidFill>
              <a:srgbClr val="1E5A95"/>
            </a:solidFill>
          </a:endParaRPr>
        </a:p>
      </dgm:t>
    </dgm:pt>
    <dgm:pt modelId="{1936D536-ECE8-4222-957F-3C12C76BC2CC}" type="parTrans" cxnId="{C2275CF1-FD60-44D3-AECC-1ECAC13ABA8B}">
      <dgm:prSet/>
      <dgm:spPr/>
      <dgm:t>
        <a:bodyPr/>
        <a:lstStyle/>
        <a:p>
          <a:endParaRPr lang="en-US" b="1">
            <a:solidFill>
              <a:srgbClr val="1E5A95"/>
            </a:solidFill>
          </a:endParaRPr>
        </a:p>
      </dgm:t>
    </dgm:pt>
    <dgm:pt modelId="{007B6F83-05EC-45CA-9363-A8FA4E833DBA}" type="sibTrans" cxnId="{C2275CF1-FD60-44D3-AECC-1ECAC13ABA8B}">
      <dgm:prSet/>
      <dgm:spPr/>
      <dgm:t>
        <a:bodyPr/>
        <a:lstStyle/>
        <a:p>
          <a:endParaRPr lang="en-US"/>
        </a:p>
      </dgm:t>
    </dgm:pt>
    <dgm:pt modelId="{1186679A-7A14-43A6-9BF3-80D6DC518AFA}">
      <dgm:prSet phldrT="[Text]"/>
      <dgm:spPr/>
      <dgm:t>
        <a:bodyPr/>
        <a:lstStyle/>
        <a:p>
          <a:r>
            <a:rPr lang="ar-EG" b="1" dirty="0">
              <a:solidFill>
                <a:srgbClr val="1E5A95"/>
              </a:solidFill>
            </a:rPr>
            <a:t>جودة</a:t>
          </a:r>
          <a:endParaRPr lang="en-US" b="1" dirty="0">
            <a:solidFill>
              <a:srgbClr val="1E5A95"/>
            </a:solidFill>
          </a:endParaRPr>
        </a:p>
      </dgm:t>
    </dgm:pt>
    <dgm:pt modelId="{225F5C04-DE8D-4186-985E-E283E75A8348}" type="parTrans" cxnId="{2FF34EC1-0619-442F-8431-B9B9052CBB51}">
      <dgm:prSet/>
      <dgm:spPr/>
      <dgm:t>
        <a:bodyPr/>
        <a:lstStyle/>
        <a:p>
          <a:endParaRPr lang="en-US" b="1">
            <a:solidFill>
              <a:srgbClr val="1E5A95"/>
            </a:solidFill>
          </a:endParaRPr>
        </a:p>
      </dgm:t>
    </dgm:pt>
    <dgm:pt modelId="{055AFF08-95AB-40DE-826B-3227F23BC4AA}" type="sibTrans" cxnId="{2FF34EC1-0619-442F-8431-B9B9052CBB51}">
      <dgm:prSet/>
      <dgm:spPr/>
      <dgm:t>
        <a:bodyPr/>
        <a:lstStyle/>
        <a:p>
          <a:endParaRPr lang="en-US"/>
        </a:p>
      </dgm:t>
    </dgm:pt>
    <dgm:pt modelId="{DF42C8C3-2B71-4408-9635-7793949E7155}">
      <dgm:prSet phldrT="[Text]"/>
      <dgm:spPr/>
      <dgm:t>
        <a:bodyPr/>
        <a:lstStyle/>
        <a:p>
          <a:r>
            <a:rPr lang="en-US" b="1" dirty="0">
              <a:solidFill>
                <a:srgbClr val="1E5A95"/>
              </a:solidFill>
            </a:rPr>
            <a:t>IT</a:t>
          </a:r>
        </a:p>
      </dgm:t>
    </dgm:pt>
    <dgm:pt modelId="{2AE341DD-28C9-4BE1-9ED4-351DA63116AD}" type="parTrans" cxnId="{07EFABFD-F860-4544-A733-4E7CC0AB94E1}">
      <dgm:prSet/>
      <dgm:spPr/>
      <dgm:t>
        <a:bodyPr/>
        <a:lstStyle/>
        <a:p>
          <a:endParaRPr lang="en-US" b="1">
            <a:solidFill>
              <a:srgbClr val="1E5A95"/>
            </a:solidFill>
          </a:endParaRPr>
        </a:p>
      </dgm:t>
    </dgm:pt>
    <dgm:pt modelId="{BB0ADBB3-6531-4445-BC68-40609E139E33}" type="sibTrans" cxnId="{07EFABFD-F860-4544-A733-4E7CC0AB94E1}">
      <dgm:prSet/>
      <dgm:spPr/>
      <dgm:t>
        <a:bodyPr/>
        <a:lstStyle/>
        <a:p>
          <a:endParaRPr lang="en-US"/>
        </a:p>
      </dgm:t>
    </dgm:pt>
    <dgm:pt modelId="{8CAA95D5-0DFF-496F-A84D-E49DC4B1D01C}">
      <dgm:prSet phldrT="[Text]"/>
      <dgm:spPr/>
      <dgm:t>
        <a:bodyPr/>
        <a:lstStyle/>
        <a:p>
          <a:r>
            <a:rPr lang="ar-EG" b="1" dirty="0">
              <a:solidFill>
                <a:srgbClr val="1E5A95"/>
              </a:solidFill>
            </a:rPr>
            <a:t>شئون قانونية</a:t>
          </a:r>
          <a:endParaRPr lang="en-US" b="1" dirty="0">
            <a:solidFill>
              <a:srgbClr val="1E5A95"/>
            </a:solidFill>
          </a:endParaRPr>
        </a:p>
      </dgm:t>
    </dgm:pt>
    <dgm:pt modelId="{C4736689-808C-493C-9B9B-904A75ED3291}" type="parTrans" cxnId="{D245612D-D9FD-421F-A01F-B8D9FE90531C}">
      <dgm:prSet/>
      <dgm:spPr/>
      <dgm:t>
        <a:bodyPr/>
        <a:lstStyle/>
        <a:p>
          <a:endParaRPr lang="en-US" b="1">
            <a:solidFill>
              <a:srgbClr val="1E5A95"/>
            </a:solidFill>
          </a:endParaRPr>
        </a:p>
      </dgm:t>
    </dgm:pt>
    <dgm:pt modelId="{55F0C9A1-10ED-4BCD-8B86-E2787342CE1B}" type="sibTrans" cxnId="{D245612D-D9FD-421F-A01F-B8D9FE90531C}">
      <dgm:prSet/>
      <dgm:spPr/>
      <dgm:t>
        <a:bodyPr/>
        <a:lstStyle/>
        <a:p>
          <a:endParaRPr lang="en-US"/>
        </a:p>
      </dgm:t>
    </dgm:pt>
    <dgm:pt modelId="{780E98D6-78AB-47B8-B9F8-C3EE48FABC6C}">
      <dgm:prSet phldrT="[Text]"/>
      <dgm:spPr/>
      <dgm:t>
        <a:bodyPr/>
        <a:lstStyle/>
        <a:p>
          <a:r>
            <a:rPr lang="ar-EG" b="1" dirty="0">
              <a:solidFill>
                <a:srgbClr val="1E5A95"/>
              </a:solidFill>
            </a:rPr>
            <a:t>حسابات</a:t>
          </a:r>
          <a:endParaRPr lang="en-US" b="1" dirty="0">
            <a:solidFill>
              <a:srgbClr val="1E5A95"/>
            </a:solidFill>
          </a:endParaRPr>
        </a:p>
      </dgm:t>
    </dgm:pt>
    <dgm:pt modelId="{143B60AE-7C0D-4361-BC46-1CA03EB467AE}" type="parTrans" cxnId="{F0E0ADF6-D9DF-45B4-9CEC-F32744D08C5C}">
      <dgm:prSet/>
      <dgm:spPr/>
      <dgm:t>
        <a:bodyPr/>
        <a:lstStyle/>
        <a:p>
          <a:endParaRPr lang="en-US" b="1">
            <a:solidFill>
              <a:srgbClr val="1E5A95"/>
            </a:solidFill>
          </a:endParaRPr>
        </a:p>
      </dgm:t>
    </dgm:pt>
    <dgm:pt modelId="{3FEEAD39-0009-4B8A-A10C-81983B277AEE}" type="sibTrans" cxnId="{F0E0ADF6-D9DF-45B4-9CEC-F32744D08C5C}">
      <dgm:prSet/>
      <dgm:spPr/>
      <dgm:t>
        <a:bodyPr/>
        <a:lstStyle/>
        <a:p>
          <a:endParaRPr lang="en-US"/>
        </a:p>
      </dgm:t>
    </dgm:pt>
    <dgm:pt modelId="{DFF5E0B2-5519-487D-9A4D-3B4425C7C97A}">
      <dgm:prSet phldrT="[Text]"/>
      <dgm:spPr/>
      <dgm:t>
        <a:bodyPr/>
        <a:lstStyle/>
        <a:p>
          <a:r>
            <a:rPr lang="ar-EG" b="1" dirty="0">
              <a:solidFill>
                <a:srgbClr val="1E5A95"/>
              </a:solidFill>
            </a:rPr>
            <a:t>خدمات عامة</a:t>
          </a:r>
          <a:endParaRPr lang="en-US" b="1" dirty="0">
            <a:solidFill>
              <a:srgbClr val="1E5A95"/>
            </a:solidFill>
          </a:endParaRPr>
        </a:p>
      </dgm:t>
    </dgm:pt>
    <dgm:pt modelId="{FB5BCBF1-8612-4D40-8963-43B1EACB6525}" type="parTrans" cxnId="{EB159FCE-7090-4146-A19F-87B8108DCBE8}">
      <dgm:prSet/>
      <dgm:spPr/>
      <dgm:t>
        <a:bodyPr/>
        <a:lstStyle/>
        <a:p>
          <a:endParaRPr lang="en-US" b="1">
            <a:solidFill>
              <a:srgbClr val="1E5A95"/>
            </a:solidFill>
          </a:endParaRPr>
        </a:p>
      </dgm:t>
    </dgm:pt>
    <dgm:pt modelId="{2420C285-79A0-4CD2-9E6A-F68A421B46EF}" type="sibTrans" cxnId="{EB159FCE-7090-4146-A19F-87B8108DCBE8}">
      <dgm:prSet/>
      <dgm:spPr/>
      <dgm:t>
        <a:bodyPr/>
        <a:lstStyle/>
        <a:p>
          <a:endParaRPr lang="en-US"/>
        </a:p>
      </dgm:t>
    </dgm:pt>
    <dgm:pt modelId="{9773C5FA-CFF5-4924-8500-BB7E3E9E28EC}">
      <dgm:prSet/>
      <dgm:spPr/>
      <dgm:t>
        <a:bodyPr/>
        <a:lstStyle/>
        <a:p>
          <a:r>
            <a:rPr lang="ar-EG" b="1" dirty="0">
              <a:solidFill>
                <a:srgbClr val="1E5A95"/>
              </a:solidFill>
            </a:rPr>
            <a:t>مسؤول موارد بشرية </a:t>
          </a:r>
          <a:endParaRPr lang="en-US" b="1" dirty="0">
            <a:solidFill>
              <a:srgbClr val="1E5A95"/>
            </a:solidFill>
          </a:endParaRPr>
        </a:p>
      </dgm:t>
    </dgm:pt>
    <dgm:pt modelId="{35703F6E-B704-49A1-92BE-87CEFCA169C6}" type="parTrans" cxnId="{81670C0D-3B66-46C0-9FD7-7B0219AEB085}">
      <dgm:prSet/>
      <dgm:spPr/>
      <dgm:t>
        <a:bodyPr/>
        <a:lstStyle/>
        <a:p>
          <a:endParaRPr lang="en-US" b="1">
            <a:solidFill>
              <a:srgbClr val="1E5A95"/>
            </a:solidFill>
          </a:endParaRPr>
        </a:p>
      </dgm:t>
    </dgm:pt>
    <dgm:pt modelId="{FAD80546-2062-49B3-A2F0-01B163EEB069}" type="sibTrans" cxnId="{81670C0D-3B66-46C0-9FD7-7B0219AEB085}">
      <dgm:prSet/>
      <dgm:spPr/>
      <dgm:t>
        <a:bodyPr/>
        <a:lstStyle/>
        <a:p>
          <a:endParaRPr lang="en-US"/>
        </a:p>
      </dgm:t>
    </dgm:pt>
    <dgm:pt modelId="{F3DF4360-77A1-4FC8-B05C-462F202005FB}">
      <dgm:prSet/>
      <dgm:spPr/>
      <dgm:t>
        <a:bodyPr/>
        <a:lstStyle/>
        <a:p>
          <a:r>
            <a:rPr lang="ar-EG" b="1" dirty="0">
              <a:solidFill>
                <a:srgbClr val="1E5A95"/>
              </a:solidFill>
            </a:rPr>
            <a:t>اخصائي حضور واجور</a:t>
          </a:r>
          <a:endParaRPr lang="en-US" b="1" dirty="0">
            <a:solidFill>
              <a:srgbClr val="1E5A95"/>
            </a:solidFill>
          </a:endParaRPr>
        </a:p>
      </dgm:t>
    </dgm:pt>
    <dgm:pt modelId="{72888972-A12B-4840-87BE-BC82FA170797}" type="parTrans" cxnId="{1CC18CF3-3F0F-43B2-A81D-32A87F969EB5}">
      <dgm:prSet/>
      <dgm:spPr/>
      <dgm:t>
        <a:bodyPr/>
        <a:lstStyle/>
        <a:p>
          <a:endParaRPr lang="en-US" b="1">
            <a:solidFill>
              <a:srgbClr val="1E5A95"/>
            </a:solidFill>
          </a:endParaRPr>
        </a:p>
      </dgm:t>
    </dgm:pt>
    <dgm:pt modelId="{B36821E2-6364-4DBE-8A4C-3825471BDF66}" type="sibTrans" cxnId="{1CC18CF3-3F0F-43B2-A81D-32A87F969EB5}">
      <dgm:prSet/>
      <dgm:spPr/>
      <dgm:t>
        <a:bodyPr/>
        <a:lstStyle/>
        <a:p>
          <a:endParaRPr lang="en-US"/>
        </a:p>
      </dgm:t>
    </dgm:pt>
    <dgm:pt modelId="{AEFB9A2F-4214-4F57-9F9A-46A1875DF300}">
      <dgm:prSet/>
      <dgm:spPr/>
      <dgm:t>
        <a:bodyPr/>
        <a:lstStyle/>
        <a:p>
          <a:r>
            <a:rPr lang="ar-EG" b="1" dirty="0">
              <a:solidFill>
                <a:srgbClr val="1E5A95"/>
              </a:solidFill>
            </a:rPr>
            <a:t>اخصائي شئون عاملين</a:t>
          </a:r>
          <a:endParaRPr lang="en-US" b="1" dirty="0">
            <a:solidFill>
              <a:srgbClr val="1E5A95"/>
            </a:solidFill>
          </a:endParaRPr>
        </a:p>
      </dgm:t>
    </dgm:pt>
    <dgm:pt modelId="{A4882862-EA16-4EF0-8A04-05A35BE10496}" type="parTrans" cxnId="{E482F74A-9331-4C35-8DE6-52E6D1B7E819}">
      <dgm:prSet/>
      <dgm:spPr/>
      <dgm:t>
        <a:bodyPr/>
        <a:lstStyle/>
        <a:p>
          <a:endParaRPr lang="en-US" b="1">
            <a:solidFill>
              <a:srgbClr val="1E5A95"/>
            </a:solidFill>
          </a:endParaRPr>
        </a:p>
      </dgm:t>
    </dgm:pt>
    <dgm:pt modelId="{7737C799-1A6B-4740-8269-C3EC5E59ABAF}" type="sibTrans" cxnId="{E482F74A-9331-4C35-8DE6-52E6D1B7E819}">
      <dgm:prSet/>
      <dgm:spPr/>
      <dgm:t>
        <a:bodyPr/>
        <a:lstStyle/>
        <a:p>
          <a:endParaRPr lang="en-US"/>
        </a:p>
      </dgm:t>
    </dgm:pt>
    <dgm:pt modelId="{58DF2031-46D0-4F0F-AFC1-7AFF613E4D61}">
      <dgm:prSet/>
      <dgm:spPr/>
      <dgm:t>
        <a:bodyPr/>
        <a:lstStyle/>
        <a:p>
          <a:r>
            <a:rPr lang="ar-EG" b="1" dirty="0">
              <a:solidFill>
                <a:srgbClr val="1E5A95"/>
              </a:solidFill>
            </a:rPr>
            <a:t>اخصائي توظيف</a:t>
          </a:r>
          <a:endParaRPr lang="en-US" b="1" dirty="0">
            <a:solidFill>
              <a:srgbClr val="1E5A95"/>
            </a:solidFill>
          </a:endParaRPr>
        </a:p>
      </dgm:t>
    </dgm:pt>
    <dgm:pt modelId="{5B307528-8EF9-4A37-815E-DB497F810EF2}" type="parTrans" cxnId="{9249CE77-DAC0-4F97-BEF2-E2E4B5D17381}">
      <dgm:prSet/>
      <dgm:spPr/>
      <dgm:t>
        <a:bodyPr/>
        <a:lstStyle/>
        <a:p>
          <a:endParaRPr lang="en-US" b="1">
            <a:solidFill>
              <a:srgbClr val="1E5A95"/>
            </a:solidFill>
          </a:endParaRPr>
        </a:p>
      </dgm:t>
    </dgm:pt>
    <dgm:pt modelId="{22FA7CA0-04B6-4E91-B25C-41787DEAC826}" type="sibTrans" cxnId="{9249CE77-DAC0-4F97-BEF2-E2E4B5D17381}">
      <dgm:prSet/>
      <dgm:spPr/>
      <dgm:t>
        <a:bodyPr/>
        <a:lstStyle/>
        <a:p>
          <a:endParaRPr lang="en-US"/>
        </a:p>
      </dgm:t>
    </dgm:pt>
    <dgm:pt modelId="{6CF1FF02-A5AA-4361-935A-1EE34652383D}">
      <dgm:prSet/>
      <dgm:spPr/>
      <dgm:t>
        <a:bodyPr/>
        <a:lstStyle/>
        <a:p>
          <a:r>
            <a:rPr lang="ar-EG" b="1" dirty="0">
              <a:solidFill>
                <a:srgbClr val="1E5A95"/>
              </a:solidFill>
            </a:rPr>
            <a:t>اخصائي تدريب</a:t>
          </a:r>
          <a:endParaRPr lang="en-US" b="1" dirty="0">
            <a:solidFill>
              <a:srgbClr val="1E5A95"/>
            </a:solidFill>
          </a:endParaRPr>
        </a:p>
      </dgm:t>
    </dgm:pt>
    <dgm:pt modelId="{9758B562-24FE-46A2-B891-9F1D00E3111F}" type="parTrans" cxnId="{2AF92980-E9F1-4CBC-92B2-4D45A3E3639D}">
      <dgm:prSet/>
      <dgm:spPr/>
      <dgm:t>
        <a:bodyPr/>
        <a:lstStyle/>
        <a:p>
          <a:endParaRPr lang="en-US" b="1">
            <a:solidFill>
              <a:srgbClr val="1E5A95"/>
            </a:solidFill>
          </a:endParaRPr>
        </a:p>
      </dgm:t>
    </dgm:pt>
    <dgm:pt modelId="{6235FF78-BC31-4F97-8A59-DD587927D222}" type="sibTrans" cxnId="{2AF92980-E9F1-4CBC-92B2-4D45A3E3639D}">
      <dgm:prSet/>
      <dgm:spPr/>
      <dgm:t>
        <a:bodyPr/>
        <a:lstStyle/>
        <a:p>
          <a:endParaRPr lang="en-US"/>
        </a:p>
      </dgm:t>
    </dgm:pt>
    <dgm:pt modelId="{7E948C7B-70FE-435C-BFE2-D175016B9EA8}">
      <dgm:prSet/>
      <dgm:spPr/>
      <dgm:t>
        <a:bodyPr/>
        <a:lstStyle/>
        <a:p>
          <a:r>
            <a:rPr lang="ar-EG" b="1" dirty="0">
              <a:solidFill>
                <a:srgbClr val="1E5A95"/>
              </a:solidFill>
            </a:rPr>
            <a:t>مدير عمليات</a:t>
          </a:r>
          <a:endParaRPr lang="en-US" b="1" dirty="0">
            <a:solidFill>
              <a:srgbClr val="1E5A95"/>
            </a:solidFill>
          </a:endParaRPr>
        </a:p>
      </dgm:t>
    </dgm:pt>
    <dgm:pt modelId="{773462E9-6EA7-47E6-89AC-13B212304581}" type="parTrans" cxnId="{AA9F4BC7-993D-44E3-A991-BC8BD14FE471}">
      <dgm:prSet/>
      <dgm:spPr/>
      <dgm:t>
        <a:bodyPr/>
        <a:lstStyle/>
        <a:p>
          <a:endParaRPr lang="en-US" b="1">
            <a:solidFill>
              <a:srgbClr val="1E5A95"/>
            </a:solidFill>
          </a:endParaRPr>
        </a:p>
      </dgm:t>
    </dgm:pt>
    <dgm:pt modelId="{226F0D87-B6A0-4489-854F-019539D1D702}" type="sibTrans" cxnId="{AA9F4BC7-993D-44E3-A991-BC8BD14FE471}">
      <dgm:prSet/>
      <dgm:spPr/>
      <dgm:t>
        <a:bodyPr/>
        <a:lstStyle/>
        <a:p>
          <a:endParaRPr lang="en-US"/>
        </a:p>
      </dgm:t>
    </dgm:pt>
    <dgm:pt modelId="{FEB9551F-B3BC-4432-B467-DDACCEBDC2E2}">
      <dgm:prSet/>
      <dgm:spPr/>
      <dgm:t>
        <a:bodyPr/>
        <a:lstStyle/>
        <a:p>
          <a:r>
            <a:rPr lang="ar-EG" b="1" dirty="0">
              <a:solidFill>
                <a:srgbClr val="1E5A95"/>
              </a:solidFill>
            </a:rPr>
            <a:t>مسؤول عمليات</a:t>
          </a:r>
          <a:endParaRPr lang="en-US" b="1" dirty="0">
            <a:solidFill>
              <a:srgbClr val="1E5A95"/>
            </a:solidFill>
          </a:endParaRPr>
        </a:p>
      </dgm:t>
    </dgm:pt>
    <dgm:pt modelId="{860CEE40-C05B-47A2-858C-5081E32F22C5}" type="parTrans" cxnId="{667523AB-B64D-438E-B621-5FA8944E6FA5}">
      <dgm:prSet/>
      <dgm:spPr/>
      <dgm:t>
        <a:bodyPr/>
        <a:lstStyle/>
        <a:p>
          <a:endParaRPr lang="en-US" b="1">
            <a:solidFill>
              <a:srgbClr val="1E5A95"/>
            </a:solidFill>
          </a:endParaRPr>
        </a:p>
      </dgm:t>
    </dgm:pt>
    <dgm:pt modelId="{4CD9ECB4-1B30-48BE-83ED-69BA649AA4BF}" type="sibTrans" cxnId="{667523AB-B64D-438E-B621-5FA8944E6FA5}">
      <dgm:prSet/>
      <dgm:spPr/>
      <dgm:t>
        <a:bodyPr/>
        <a:lstStyle/>
        <a:p>
          <a:endParaRPr lang="en-US"/>
        </a:p>
      </dgm:t>
    </dgm:pt>
    <dgm:pt modelId="{C26BB2F2-8012-4871-B4BC-B2FD4929B2C2}">
      <dgm:prSet/>
      <dgm:spPr/>
      <dgm:t>
        <a:bodyPr/>
        <a:lstStyle/>
        <a:p>
          <a:r>
            <a:rPr lang="ar-EG" b="1" dirty="0">
              <a:solidFill>
                <a:srgbClr val="1E5A95"/>
              </a:solidFill>
            </a:rPr>
            <a:t>اخصائي خدمات مساندة</a:t>
          </a:r>
          <a:endParaRPr lang="en-US" b="1" dirty="0">
            <a:solidFill>
              <a:srgbClr val="1E5A95"/>
            </a:solidFill>
          </a:endParaRPr>
        </a:p>
      </dgm:t>
    </dgm:pt>
    <dgm:pt modelId="{4C3EF2D8-23E1-4999-825E-137C6BBEDA34}" type="parTrans" cxnId="{89E2D081-8FCA-4746-9BCD-29F41C8FA5E3}">
      <dgm:prSet/>
      <dgm:spPr/>
      <dgm:t>
        <a:bodyPr/>
        <a:lstStyle/>
        <a:p>
          <a:endParaRPr lang="en-US" b="1">
            <a:solidFill>
              <a:srgbClr val="1E5A95"/>
            </a:solidFill>
          </a:endParaRPr>
        </a:p>
      </dgm:t>
    </dgm:pt>
    <dgm:pt modelId="{92889635-EE6D-4229-BD26-ABE87642C559}" type="sibTrans" cxnId="{89E2D081-8FCA-4746-9BCD-29F41C8FA5E3}">
      <dgm:prSet/>
      <dgm:spPr/>
      <dgm:t>
        <a:bodyPr/>
        <a:lstStyle/>
        <a:p>
          <a:endParaRPr lang="en-US"/>
        </a:p>
      </dgm:t>
    </dgm:pt>
    <dgm:pt modelId="{836EB0A7-006E-4D8A-AA66-32432E1AD60F}">
      <dgm:prSet/>
      <dgm:spPr/>
      <dgm:t>
        <a:bodyPr/>
        <a:lstStyle/>
        <a:p>
          <a:r>
            <a:rPr lang="ar-EG" b="1" dirty="0">
              <a:solidFill>
                <a:srgbClr val="1E5A95"/>
              </a:solidFill>
            </a:rPr>
            <a:t>اخصائي عمليات</a:t>
          </a:r>
          <a:endParaRPr lang="en-US" b="1" dirty="0">
            <a:solidFill>
              <a:srgbClr val="1E5A95"/>
            </a:solidFill>
          </a:endParaRPr>
        </a:p>
      </dgm:t>
    </dgm:pt>
    <dgm:pt modelId="{FE6CF9FB-F301-4DB4-BB85-7793ED11B8C3}" type="parTrans" cxnId="{A05B7DD4-3386-4DF4-B721-771E39D6B16D}">
      <dgm:prSet/>
      <dgm:spPr/>
      <dgm:t>
        <a:bodyPr/>
        <a:lstStyle/>
        <a:p>
          <a:endParaRPr lang="en-US" b="1">
            <a:solidFill>
              <a:srgbClr val="1E5A95"/>
            </a:solidFill>
          </a:endParaRPr>
        </a:p>
      </dgm:t>
    </dgm:pt>
    <dgm:pt modelId="{9EB6D981-ACA7-492C-8587-F4C9672E43AE}" type="sibTrans" cxnId="{A05B7DD4-3386-4DF4-B721-771E39D6B16D}">
      <dgm:prSet/>
      <dgm:spPr/>
      <dgm:t>
        <a:bodyPr/>
        <a:lstStyle/>
        <a:p>
          <a:endParaRPr lang="en-US"/>
        </a:p>
      </dgm:t>
    </dgm:pt>
    <dgm:pt modelId="{73F7689F-0A6C-41CF-942F-2EEFB9D2C66B}">
      <dgm:prSet/>
      <dgm:spPr/>
      <dgm:t>
        <a:bodyPr/>
        <a:lstStyle/>
        <a:p>
          <a:r>
            <a:rPr lang="ar-EG" b="1" dirty="0">
              <a:solidFill>
                <a:srgbClr val="1E5A95"/>
              </a:solidFill>
            </a:rPr>
            <a:t>مدير مشروع</a:t>
          </a:r>
          <a:endParaRPr lang="en-US" b="1" dirty="0">
            <a:solidFill>
              <a:srgbClr val="1E5A95"/>
            </a:solidFill>
          </a:endParaRPr>
        </a:p>
      </dgm:t>
    </dgm:pt>
    <dgm:pt modelId="{F9103632-EE8B-429D-8537-4488B78D021A}" type="parTrans" cxnId="{BC8E1770-C626-4E7B-ABE5-AAA100B69D9D}">
      <dgm:prSet/>
      <dgm:spPr/>
      <dgm:t>
        <a:bodyPr/>
        <a:lstStyle/>
        <a:p>
          <a:endParaRPr lang="en-US" b="1">
            <a:solidFill>
              <a:srgbClr val="1E5A95"/>
            </a:solidFill>
          </a:endParaRPr>
        </a:p>
      </dgm:t>
    </dgm:pt>
    <dgm:pt modelId="{57C6CACD-6850-4FEB-AB64-C4CEF945005A}" type="sibTrans" cxnId="{BC8E1770-C626-4E7B-ABE5-AAA100B69D9D}">
      <dgm:prSet/>
      <dgm:spPr/>
      <dgm:t>
        <a:bodyPr/>
        <a:lstStyle/>
        <a:p>
          <a:endParaRPr lang="en-US"/>
        </a:p>
      </dgm:t>
    </dgm:pt>
    <dgm:pt modelId="{C6BB261A-FBCB-4B20-92B3-C82356D63B96}">
      <dgm:prSet/>
      <dgm:spPr/>
      <dgm:t>
        <a:bodyPr/>
        <a:lstStyle/>
        <a:p>
          <a:r>
            <a:rPr lang="ar-EG" b="1" dirty="0">
              <a:solidFill>
                <a:srgbClr val="1E5A95"/>
              </a:solidFill>
            </a:rPr>
            <a:t>مشرف تحصيل</a:t>
          </a:r>
          <a:endParaRPr lang="en-US" b="1" dirty="0">
            <a:solidFill>
              <a:srgbClr val="1E5A95"/>
            </a:solidFill>
          </a:endParaRPr>
        </a:p>
      </dgm:t>
    </dgm:pt>
    <dgm:pt modelId="{E283B4D6-296C-4533-BCD0-5AD9FB1FA0B9}" type="parTrans" cxnId="{6458F9EC-E948-4C04-80FD-B4CDD7CA6C0E}">
      <dgm:prSet/>
      <dgm:spPr/>
      <dgm:t>
        <a:bodyPr/>
        <a:lstStyle/>
        <a:p>
          <a:endParaRPr lang="en-US" b="1">
            <a:solidFill>
              <a:srgbClr val="1E5A95"/>
            </a:solidFill>
          </a:endParaRPr>
        </a:p>
      </dgm:t>
    </dgm:pt>
    <dgm:pt modelId="{F3EA76C4-0DBC-4650-AB84-48C144FE9A42}" type="sibTrans" cxnId="{6458F9EC-E948-4C04-80FD-B4CDD7CA6C0E}">
      <dgm:prSet/>
      <dgm:spPr/>
      <dgm:t>
        <a:bodyPr/>
        <a:lstStyle/>
        <a:p>
          <a:endParaRPr lang="en-US"/>
        </a:p>
      </dgm:t>
    </dgm:pt>
    <dgm:pt modelId="{283D65BB-B26B-4FE0-A698-763DEE5E4D14}">
      <dgm:prSet/>
      <dgm:spPr/>
      <dgm:t>
        <a:bodyPr/>
        <a:lstStyle/>
        <a:p>
          <a:r>
            <a:rPr lang="ar-EG" b="1" dirty="0">
              <a:solidFill>
                <a:srgbClr val="1E5A95"/>
              </a:solidFill>
            </a:rPr>
            <a:t>محصل هاتفي</a:t>
          </a:r>
          <a:endParaRPr lang="en-US" b="1" dirty="0">
            <a:solidFill>
              <a:srgbClr val="1E5A95"/>
            </a:solidFill>
          </a:endParaRPr>
        </a:p>
      </dgm:t>
    </dgm:pt>
    <dgm:pt modelId="{C5182191-4A2D-4699-8F7D-EEE2EC94C08C}" type="parTrans" cxnId="{661F48A1-FDDB-4C75-B8A7-6E4382FF4712}">
      <dgm:prSet/>
      <dgm:spPr/>
      <dgm:t>
        <a:bodyPr/>
        <a:lstStyle/>
        <a:p>
          <a:endParaRPr lang="en-US" b="1">
            <a:solidFill>
              <a:srgbClr val="1E5A95"/>
            </a:solidFill>
          </a:endParaRPr>
        </a:p>
      </dgm:t>
    </dgm:pt>
    <dgm:pt modelId="{A7F269B0-63B4-44BE-9D2E-64C407F381B5}" type="sibTrans" cxnId="{661F48A1-FDDB-4C75-B8A7-6E4382FF4712}">
      <dgm:prSet/>
      <dgm:spPr/>
      <dgm:t>
        <a:bodyPr/>
        <a:lstStyle/>
        <a:p>
          <a:endParaRPr lang="en-US"/>
        </a:p>
      </dgm:t>
    </dgm:pt>
    <dgm:pt modelId="{03FB11A3-4757-4E78-8412-A992012C71FC}">
      <dgm:prSet/>
      <dgm:spPr/>
      <dgm:t>
        <a:bodyPr/>
        <a:lstStyle/>
        <a:p>
          <a:r>
            <a:rPr lang="ar-EG" b="1" dirty="0">
              <a:solidFill>
                <a:srgbClr val="1E5A95"/>
              </a:solidFill>
            </a:rPr>
            <a:t>مدير جودة</a:t>
          </a:r>
          <a:endParaRPr lang="en-US" b="1" dirty="0">
            <a:solidFill>
              <a:srgbClr val="1E5A95"/>
            </a:solidFill>
          </a:endParaRPr>
        </a:p>
      </dgm:t>
    </dgm:pt>
    <dgm:pt modelId="{5E23DCA4-1F47-40DF-8AC7-95B6656249C7}" type="parTrans" cxnId="{3B8C0B66-D4C5-428F-81ED-DEF6A884C290}">
      <dgm:prSet/>
      <dgm:spPr/>
      <dgm:t>
        <a:bodyPr/>
        <a:lstStyle/>
        <a:p>
          <a:endParaRPr lang="en-US" b="1">
            <a:solidFill>
              <a:srgbClr val="1E5A95"/>
            </a:solidFill>
          </a:endParaRPr>
        </a:p>
      </dgm:t>
    </dgm:pt>
    <dgm:pt modelId="{6A1EACE4-B60C-4482-9C7C-301FD5976013}" type="sibTrans" cxnId="{3B8C0B66-D4C5-428F-81ED-DEF6A884C290}">
      <dgm:prSet/>
      <dgm:spPr/>
      <dgm:t>
        <a:bodyPr/>
        <a:lstStyle/>
        <a:p>
          <a:endParaRPr lang="en-US"/>
        </a:p>
      </dgm:t>
    </dgm:pt>
    <dgm:pt modelId="{BC08C8E6-A1D7-4D5D-AA6F-FC31026A75D6}">
      <dgm:prSet/>
      <dgm:spPr/>
      <dgm:t>
        <a:bodyPr/>
        <a:lstStyle/>
        <a:p>
          <a:r>
            <a:rPr lang="ar-EG" b="1" dirty="0">
              <a:solidFill>
                <a:srgbClr val="1E5A95"/>
              </a:solidFill>
            </a:rPr>
            <a:t>مشرف جودة</a:t>
          </a:r>
          <a:endParaRPr lang="en-US" b="1" dirty="0">
            <a:solidFill>
              <a:srgbClr val="1E5A95"/>
            </a:solidFill>
          </a:endParaRPr>
        </a:p>
      </dgm:t>
    </dgm:pt>
    <dgm:pt modelId="{FCE7244A-266D-433D-AF40-D1227CC2F2A2}" type="parTrans" cxnId="{60FB9894-6FD6-493F-8B79-ED9FA9E96FF0}">
      <dgm:prSet/>
      <dgm:spPr/>
      <dgm:t>
        <a:bodyPr/>
        <a:lstStyle/>
        <a:p>
          <a:endParaRPr lang="en-US" b="1">
            <a:solidFill>
              <a:srgbClr val="1E5A95"/>
            </a:solidFill>
          </a:endParaRPr>
        </a:p>
      </dgm:t>
    </dgm:pt>
    <dgm:pt modelId="{CF397FAE-0D1D-402F-9B1D-ED2E0C21F167}" type="sibTrans" cxnId="{60FB9894-6FD6-493F-8B79-ED9FA9E96FF0}">
      <dgm:prSet/>
      <dgm:spPr/>
      <dgm:t>
        <a:bodyPr/>
        <a:lstStyle/>
        <a:p>
          <a:endParaRPr lang="en-US"/>
        </a:p>
      </dgm:t>
    </dgm:pt>
    <dgm:pt modelId="{18D2DD82-056D-4EBE-B11E-7E75384B4858}">
      <dgm:prSet/>
      <dgm:spPr/>
      <dgm:t>
        <a:bodyPr/>
        <a:lstStyle/>
        <a:p>
          <a:r>
            <a:rPr lang="ar-EG" b="1" dirty="0">
              <a:solidFill>
                <a:srgbClr val="1E5A95"/>
              </a:solidFill>
            </a:rPr>
            <a:t>اخصائي جودة</a:t>
          </a:r>
          <a:endParaRPr lang="en-US" b="1" dirty="0">
            <a:solidFill>
              <a:srgbClr val="1E5A95"/>
            </a:solidFill>
          </a:endParaRPr>
        </a:p>
      </dgm:t>
    </dgm:pt>
    <dgm:pt modelId="{C86A5184-089D-4273-B9EC-91F6CFC5E78D}" type="parTrans" cxnId="{F1CED140-2059-4A20-8A98-420C19442586}">
      <dgm:prSet/>
      <dgm:spPr/>
      <dgm:t>
        <a:bodyPr/>
        <a:lstStyle/>
        <a:p>
          <a:endParaRPr lang="en-US" b="1">
            <a:solidFill>
              <a:srgbClr val="1E5A95"/>
            </a:solidFill>
          </a:endParaRPr>
        </a:p>
      </dgm:t>
    </dgm:pt>
    <dgm:pt modelId="{67B477EA-C8DE-4FD3-9A90-DCCA9C89BB6A}" type="sibTrans" cxnId="{F1CED140-2059-4A20-8A98-420C19442586}">
      <dgm:prSet/>
      <dgm:spPr/>
      <dgm:t>
        <a:bodyPr/>
        <a:lstStyle/>
        <a:p>
          <a:endParaRPr lang="en-US"/>
        </a:p>
      </dgm:t>
    </dgm:pt>
    <dgm:pt modelId="{8598B5BE-4887-48FB-8469-7DD399DF155C}">
      <dgm:prSet/>
      <dgm:spPr/>
      <dgm:t>
        <a:bodyPr/>
        <a:lstStyle/>
        <a:p>
          <a:r>
            <a:rPr lang="ar-EG" b="1" dirty="0">
              <a:solidFill>
                <a:srgbClr val="1E5A95"/>
              </a:solidFill>
            </a:rPr>
            <a:t>مدير تكنولوجيا معلومات</a:t>
          </a:r>
          <a:endParaRPr lang="en-US" b="1" dirty="0">
            <a:solidFill>
              <a:srgbClr val="1E5A95"/>
            </a:solidFill>
          </a:endParaRPr>
        </a:p>
      </dgm:t>
    </dgm:pt>
    <dgm:pt modelId="{438B3732-FB2A-4974-957F-5B0E5E4C3AAD}" type="parTrans" cxnId="{9E2DB586-09C5-42AE-820B-5FBB037EA900}">
      <dgm:prSet/>
      <dgm:spPr/>
      <dgm:t>
        <a:bodyPr/>
        <a:lstStyle/>
        <a:p>
          <a:endParaRPr lang="en-US" b="1">
            <a:solidFill>
              <a:srgbClr val="1E5A95"/>
            </a:solidFill>
          </a:endParaRPr>
        </a:p>
      </dgm:t>
    </dgm:pt>
    <dgm:pt modelId="{7B420C73-ADED-4096-9BB3-CD7251C2B8A2}" type="sibTrans" cxnId="{9E2DB586-09C5-42AE-820B-5FBB037EA900}">
      <dgm:prSet/>
      <dgm:spPr/>
      <dgm:t>
        <a:bodyPr/>
        <a:lstStyle/>
        <a:p>
          <a:endParaRPr lang="en-US"/>
        </a:p>
      </dgm:t>
    </dgm:pt>
    <dgm:pt modelId="{4C196FF5-6487-4BDD-B90F-5CF193E77BE1}">
      <dgm:prSet/>
      <dgm:spPr/>
      <dgm:t>
        <a:bodyPr/>
        <a:lstStyle/>
        <a:p>
          <a:r>
            <a:rPr lang="ar-EG" b="1" dirty="0">
              <a:solidFill>
                <a:srgbClr val="1E5A95"/>
              </a:solidFill>
            </a:rPr>
            <a:t>مسؤول تكنولوجيا</a:t>
          </a:r>
          <a:endParaRPr lang="en-US" b="1" dirty="0">
            <a:solidFill>
              <a:srgbClr val="1E5A95"/>
            </a:solidFill>
          </a:endParaRPr>
        </a:p>
      </dgm:t>
    </dgm:pt>
    <dgm:pt modelId="{9465EA84-E17E-4955-9B52-5BB9191C7A60}" type="parTrans" cxnId="{0E137BAB-AB14-45BD-A063-31B268D59DE4}">
      <dgm:prSet/>
      <dgm:spPr/>
      <dgm:t>
        <a:bodyPr/>
        <a:lstStyle/>
        <a:p>
          <a:endParaRPr lang="en-US" b="1">
            <a:solidFill>
              <a:srgbClr val="1E5A95"/>
            </a:solidFill>
          </a:endParaRPr>
        </a:p>
      </dgm:t>
    </dgm:pt>
    <dgm:pt modelId="{DACC36CF-83B0-4118-A0F4-BAF1DC2BA43A}" type="sibTrans" cxnId="{0E137BAB-AB14-45BD-A063-31B268D59DE4}">
      <dgm:prSet/>
      <dgm:spPr/>
      <dgm:t>
        <a:bodyPr/>
        <a:lstStyle/>
        <a:p>
          <a:endParaRPr lang="en-US"/>
        </a:p>
      </dgm:t>
    </dgm:pt>
    <dgm:pt modelId="{08BD73F4-05C2-48C0-ACCB-90040FFBF8BD}">
      <dgm:prSet/>
      <dgm:spPr/>
      <dgm:t>
        <a:bodyPr/>
        <a:lstStyle/>
        <a:p>
          <a:r>
            <a:rPr lang="ar-EG" b="1" dirty="0">
              <a:solidFill>
                <a:srgbClr val="1E5A95"/>
              </a:solidFill>
            </a:rPr>
            <a:t>اخصائي تكنولوجيا</a:t>
          </a:r>
          <a:endParaRPr lang="en-US" b="1" dirty="0">
            <a:solidFill>
              <a:srgbClr val="1E5A95"/>
            </a:solidFill>
          </a:endParaRPr>
        </a:p>
      </dgm:t>
    </dgm:pt>
    <dgm:pt modelId="{2C28DC86-2B4C-4614-ABBF-8A50823AE95E}" type="parTrans" cxnId="{A3B9CB27-859B-451E-89C5-73915998CC0C}">
      <dgm:prSet/>
      <dgm:spPr/>
      <dgm:t>
        <a:bodyPr/>
        <a:lstStyle/>
        <a:p>
          <a:endParaRPr lang="en-US" b="1">
            <a:solidFill>
              <a:srgbClr val="1E5A95"/>
            </a:solidFill>
          </a:endParaRPr>
        </a:p>
      </dgm:t>
    </dgm:pt>
    <dgm:pt modelId="{D0BBBB2D-EEAE-436C-A1A9-021180B51C79}" type="sibTrans" cxnId="{A3B9CB27-859B-451E-89C5-73915998CC0C}">
      <dgm:prSet/>
      <dgm:spPr/>
      <dgm:t>
        <a:bodyPr/>
        <a:lstStyle/>
        <a:p>
          <a:endParaRPr lang="en-US"/>
        </a:p>
      </dgm:t>
    </dgm:pt>
    <dgm:pt modelId="{8C198A3F-6CF6-4D2D-94F3-7EB6242173D6}">
      <dgm:prSet/>
      <dgm:spPr/>
      <dgm:t>
        <a:bodyPr/>
        <a:lstStyle/>
        <a:p>
          <a:r>
            <a:rPr lang="ar-EG" b="1" dirty="0">
              <a:solidFill>
                <a:srgbClr val="1E5A95"/>
              </a:solidFill>
            </a:rPr>
            <a:t>مدير شئون قانونية</a:t>
          </a:r>
          <a:endParaRPr lang="en-US" b="1" dirty="0">
            <a:solidFill>
              <a:srgbClr val="1E5A95"/>
            </a:solidFill>
          </a:endParaRPr>
        </a:p>
      </dgm:t>
    </dgm:pt>
    <dgm:pt modelId="{555A4E47-604B-4B72-9EC2-F992F13C825F}" type="parTrans" cxnId="{9AD901E6-355B-42ED-B3E9-14F3B5440CBF}">
      <dgm:prSet/>
      <dgm:spPr/>
      <dgm:t>
        <a:bodyPr/>
        <a:lstStyle/>
        <a:p>
          <a:endParaRPr lang="en-US" b="1">
            <a:solidFill>
              <a:srgbClr val="1E5A95"/>
            </a:solidFill>
          </a:endParaRPr>
        </a:p>
      </dgm:t>
    </dgm:pt>
    <dgm:pt modelId="{B70D7E0E-32E1-4757-9966-09B36720791C}" type="sibTrans" cxnId="{9AD901E6-355B-42ED-B3E9-14F3B5440CBF}">
      <dgm:prSet/>
      <dgm:spPr/>
      <dgm:t>
        <a:bodyPr/>
        <a:lstStyle/>
        <a:p>
          <a:endParaRPr lang="en-US"/>
        </a:p>
      </dgm:t>
    </dgm:pt>
    <dgm:pt modelId="{FC2143C2-7177-4866-BCE0-0ECC7507B88B}">
      <dgm:prSet/>
      <dgm:spPr/>
      <dgm:t>
        <a:bodyPr/>
        <a:lstStyle/>
        <a:p>
          <a:r>
            <a:rPr lang="ar-EG" b="1" dirty="0">
              <a:solidFill>
                <a:srgbClr val="1E5A95"/>
              </a:solidFill>
            </a:rPr>
            <a:t>محامي</a:t>
          </a:r>
          <a:endParaRPr lang="en-US" b="1" dirty="0">
            <a:solidFill>
              <a:srgbClr val="1E5A95"/>
            </a:solidFill>
          </a:endParaRPr>
        </a:p>
      </dgm:t>
    </dgm:pt>
    <dgm:pt modelId="{4A5A515F-0289-4F4B-8E5E-6ABC1B9E4E3C}" type="parTrans" cxnId="{41D53FE6-C30B-4B80-A9FD-492E6B6FA5F8}">
      <dgm:prSet/>
      <dgm:spPr/>
      <dgm:t>
        <a:bodyPr/>
        <a:lstStyle/>
        <a:p>
          <a:endParaRPr lang="en-US" b="1">
            <a:solidFill>
              <a:srgbClr val="1E5A95"/>
            </a:solidFill>
          </a:endParaRPr>
        </a:p>
      </dgm:t>
    </dgm:pt>
    <dgm:pt modelId="{3182B1CB-AEE4-4008-A18F-281E007EBC02}" type="sibTrans" cxnId="{41D53FE6-C30B-4B80-A9FD-492E6B6FA5F8}">
      <dgm:prSet/>
      <dgm:spPr/>
      <dgm:t>
        <a:bodyPr/>
        <a:lstStyle/>
        <a:p>
          <a:endParaRPr lang="en-US"/>
        </a:p>
      </dgm:t>
    </dgm:pt>
    <dgm:pt modelId="{E529793A-61AA-437F-A58E-4A3FAEBE60B9}">
      <dgm:prSet/>
      <dgm:spPr/>
      <dgm:t>
        <a:bodyPr/>
        <a:lstStyle/>
        <a:p>
          <a:r>
            <a:rPr lang="ar-EG" b="1" dirty="0">
              <a:solidFill>
                <a:srgbClr val="1E5A95"/>
              </a:solidFill>
            </a:rPr>
            <a:t>مدير حسابات</a:t>
          </a:r>
          <a:endParaRPr lang="en-US" b="1" dirty="0">
            <a:solidFill>
              <a:srgbClr val="1E5A95"/>
            </a:solidFill>
          </a:endParaRPr>
        </a:p>
      </dgm:t>
    </dgm:pt>
    <dgm:pt modelId="{8E209057-A9D5-4820-A5A9-B9FB5047C033}" type="parTrans" cxnId="{9DD922EA-D82E-4FE8-98F8-1C598A79D3F9}">
      <dgm:prSet/>
      <dgm:spPr/>
      <dgm:t>
        <a:bodyPr/>
        <a:lstStyle/>
        <a:p>
          <a:endParaRPr lang="en-US" b="1">
            <a:solidFill>
              <a:srgbClr val="1E5A95"/>
            </a:solidFill>
          </a:endParaRPr>
        </a:p>
      </dgm:t>
    </dgm:pt>
    <dgm:pt modelId="{9C062653-A322-40B1-A5EE-2EAA0976C855}" type="sibTrans" cxnId="{9DD922EA-D82E-4FE8-98F8-1C598A79D3F9}">
      <dgm:prSet/>
      <dgm:spPr/>
      <dgm:t>
        <a:bodyPr/>
        <a:lstStyle/>
        <a:p>
          <a:endParaRPr lang="en-US"/>
        </a:p>
      </dgm:t>
    </dgm:pt>
    <dgm:pt modelId="{538639D0-EEDC-4F42-9DEF-648BC56196E9}">
      <dgm:prSet/>
      <dgm:spPr/>
      <dgm:t>
        <a:bodyPr/>
        <a:lstStyle/>
        <a:p>
          <a:r>
            <a:rPr lang="ar-EG" b="1" dirty="0">
              <a:solidFill>
                <a:srgbClr val="1E5A95"/>
              </a:solidFill>
            </a:rPr>
            <a:t>محاسب عام</a:t>
          </a:r>
          <a:endParaRPr lang="en-US" b="1" dirty="0">
            <a:solidFill>
              <a:srgbClr val="1E5A95"/>
            </a:solidFill>
          </a:endParaRPr>
        </a:p>
      </dgm:t>
    </dgm:pt>
    <dgm:pt modelId="{3CBBABF4-AE58-4789-922F-5ADF2B7EA72D}" type="parTrans" cxnId="{FCA4C4BD-85C3-4681-8FD3-8CBA92E49B5C}">
      <dgm:prSet/>
      <dgm:spPr/>
      <dgm:t>
        <a:bodyPr/>
        <a:lstStyle/>
        <a:p>
          <a:endParaRPr lang="en-US" b="1">
            <a:solidFill>
              <a:srgbClr val="1E5A95"/>
            </a:solidFill>
          </a:endParaRPr>
        </a:p>
      </dgm:t>
    </dgm:pt>
    <dgm:pt modelId="{5C47A978-90AF-4552-BA13-B9CFFB97BE88}" type="sibTrans" cxnId="{FCA4C4BD-85C3-4681-8FD3-8CBA92E49B5C}">
      <dgm:prSet/>
      <dgm:spPr/>
      <dgm:t>
        <a:bodyPr/>
        <a:lstStyle/>
        <a:p>
          <a:endParaRPr lang="en-US"/>
        </a:p>
      </dgm:t>
    </dgm:pt>
    <dgm:pt modelId="{9119C85D-1822-4846-BA2F-D36BA40E3090}">
      <dgm:prSet/>
      <dgm:spPr/>
      <dgm:t>
        <a:bodyPr/>
        <a:lstStyle/>
        <a:p>
          <a:r>
            <a:rPr lang="ar-EG" b="1" dirty="0">
              <a:solidFill>
                <a:srgbClr val="1E5A95"/>
              </a:solidFill>
            </a:rPr>
            <a:t>محاسب تسوية</a:t>
          </a:r>
          <a:endParaRPr lang="en-US" b="1" dirty="0">
            <a:solidFill>
              <a:srgbClr val="1E5A95"/>
            </a:solidFill>
          </a:endParaRPr>
        </a:p>
      </dgm:t>
    </dgm:pt>
    <dgm:pt modelId="{BBBE8600-3576-46AB-8791-08CF7B209E48}" type="parTrans" cxnId="{864A485F-3460-46A5-A40E-014F1C29FEFA}">
      <dgm:prSet/>
      <dgm:spPr/>
      <dgm:t>
        <a:bodyPr/>
        <a:lstStyle/>
        <a:p>
          <a:endParaRPr lang="en-US" b="1">
            <a:solidFill>
              <a:srgbClr val="1E5A95"/>
            </a:solidFill>
          </a:endParaRPr>
        </a:p>
      </dgm:t>
    </dgm:pt>
    <dgm:pt modelId="{2D1B714E-3254-4D6E-8F44-3D3D03401223}" type="sibTrans" cxnId="{864A485F-3460-46A5-A40E-014F1C29FEFA}">
      <dgm:prSet/>
      <dgm:spPr/>
      <dgm:t>
        <a:bodyPr/>
        <a:lstStyle/>
        <a:p>
          <a:endParaRPr lang="en-US"/>
        </a:p>
      </dgm:t>
    </dgm:pt>
    <dgm:pt modelId="{B2248237-2B96-40FE-BB30-4ACF5FD187B6}">
      <dgm:prSet/>
      <dgm:spPr/>
      <dgm:t>
        <a:bodyPr/>
        <a:lstStyle/>
        <a:p>
          <a:r>
            <a:rPr lang="ar-EG" b="1" dirty="0">
              <a:solidFill>
                <a:srgbClr val="1E5A95"/>
              </a:solidFill>
            </a:rPr>
            <a:t>اخصائي التزام</a:t>
          </a:r>
          <a:endParaRPr lang="en-US" b="1" dirty="0">
            <a:solidFill>
              <a:srgbClr val="1E5A95"/>
            </a:solidFill>
          </a:endParaRPr>
        </a:p>
      </dgm:t>
    </dgm:pt>
    <dgm:pt modelId="{75167CF1-62FA-4C73-B601-AFE61A85EDF9}" type="parTrans" cxnId="{618D0CDC-D5B3-4D60-9433-0B6183CC2558}">
      <dgm:prSet/>
      <dgm:spPr/>
      <dgm:t>
        <a:bodyPr/>
        <a:lstStyle/>
        <a:p>
          <a:endParaRPr lang="en-US" b="1">
            <a:solidFill>
              <a:srgbClr val="1E5A95"/>
            </a:solidFill>
          </a:endParaRPr>
        </a:p>
      </dgm:t>
    </dgm:pt>
    <dgm:pt modelId="{D21084B0-2AC2-4A4D-BA7F-25B48D8D5B7E}" type="sibTrans" cxnId="{618D0CDC-D5B3-4D60-9433-0B6183CC2558}">
      <dgm:prSet/>
      <dgm:spPr/>
      <dgm:t>
        <a:bodyPr/>
        <a:lstStyle/>
        <a:p>
          <a:endParaRPr lang="en-US"/>
        </a:p>
      </dgm:t>
    </dgm:pt>
    <dgm:pt modelId="{EFE1CD9D-2858-4A1A-9145-6A472F0FCF9E}">
      <dgm:prSet/>
      <dgm:spPr/>
      <dgm:t>
        <a:bodyPr/>
        <a:lstStyle/>
        <a:p>
          <a:r>
            <a:rPr lang="ar-EG" b="1" dirty="0">
              <a:solidFill>
                <a:srgbClr val="1E5A95"/>
              </a:solidFill>
            </a:rPr>
            <a:t>موظف بوفية</a:t>
          </a:r>
          <a:endParaRPr lang="en-US" b="1" dirty="0">
            <a:solidFill>
              <a:srgbClr val="1E5A95"/>
            </a:solidFill>
          </a:endParaRPr>
        </a:p>
      </dgm:t>
    </dgm:pt>
    <dgm:pt modelId="{D5FA641C-DA42-432E-9C0B-6E62ED42C251}" type="parTrans" cxnId="{18FFCC8C-CE6E-4939-B4F2-2A3E43400219}">
      <dgm:prSet/>
      <dgm:spPr/>
      <dgm:t>
        <a:bodyPr/>
        <a:lstStyle/>
        <a:p>
          <a:endParaRPr lang="en-US" b="1">
            <a:solidFill>
              <a:srgbClr val="1E5A95"/>
            </a:solidFill>
          </a:endParaRPr>
        </a:p>
      </dgm:t>
    </dgm:pt>
    <dgm:pt modelId="{42F58449-692F-4114-A223-9F9257E073FA}" type="sibTrans" cxnId="{18FFCC8C-CE6E-4939-B4F2-2A3E43400219}">
      <dgm:prSet/>
      <dgm:spPr/>
      <dgm:t>
        <a:bodyPr/>
        <a:lstStyle/>
        <a:p>
          <a:endParaRPr lang="en-US"/>
        </a:p>
      </dgm:t>
    </dgm:pt>
    <dgm:pt modelId="{550E5FA8-F911-42DF-9BB9-E13934C043AD}">
      <dgm:prSet/>
      <dgm:spPr/>
      <dgm:t>
        <a:bodyPr/>
        <a:lstStyle/>
        <a:p>
          <a:r>
            <a:rPr lang="ar-EG" b="1" dirty="0">
              <a:solidFill>
                <a:srgbClr val="1E5A95"/>
              </a:solidFill>
            </a:rPr>
            <a:t>موظف استقبال</a:t>
          </a:r>
          <a:endParaRPr lang="en-US" b="1" dirty="0">
            <a:solidFill>
              <a:srgbClr val="1E5A95"/>
            </a:solidFill>
          </a:endParaRPr>
        </a:p>
      </dgm:t>
    </dgm:pt>
    <dgm:pt modelId="{F974990E-AA57-4166-92E4-3FA638074133}" type="parTrans" cxnId="{28345FAD-301E-4377-A489-354A5E1AC53D}">
      <dgm:prSet/>
      <dgm:spPr/>
      <dgm:t>
        <a:bodyPr/>
        <a:lstStyle/>
        <a:p>
          <a:endParaRPr lang="en-US" b="1">
            <a:solidFill>
              <a:srgbClr val="1E5A95"/>
            </a:solidFill>
          </a:endParaRPr>
        </a:p>
      </dgm:t>
    </dgm:pt>
    <dgm:pt modelId="{6C320EEA-4482-4B18-AB89-909E56B2741C}" type="sibTrans" cxnId="{28345FAD-301E-4377-A489-354A5E1AC53D}">
      <dgm:prSet/>
      <dgm:spPr/>
      <dgm:t>
        <a:bodyPr/>
        <a:lstStyle/>
        <a:p>
          <a:endParaRPr lang="en-US"/>
        </a:p>
      </dgm:t>
    </dgm:pt>
    <dgm:pt modelId="{1D228C9B-F15D-4AA1-9D2C-E38CC2C0C949}">
      <dgm:prSet/>
      <dgm:spPr/>
      <dgm:t>
        <a:bodyPr/>
        <a:lstStyle/>
        <a:p>
          <a:r>
            <a:rPr lang="ar-EG" b="1" dirty="0">
              <a:solidFill>
                <a:srgbClr val="1E5A95"/>
              </a:solidFill>
            </a:rPr>
            <a:t>اخصائي مبيعات</a:t>
          </a:r>
          <a:endParaRPr lang="en-US" b="1" dirty="0">
            <a:solidFill>
              <a:srgbClr val="1E5A95"/>
            </a:solidFill>
          </a:endParaRPr>
        </a:p>
      </dgm:t>
    </dgm:pt>
    <dgm:pt modelId="{53864CFA-2456-4420-A997-1CA252E044BE}" type="parTrans" cxnId="{BF5E29BE-59BB-4555-92E7-B7236A2827D8}">
      <dgm:prSet/>
      <dgm:spPr/>
      <dgm:t>
        <a:bodyPr/>
        <a:lstStyle/>
        <a:p>
          <a:endParaRPr lang="en-US" b="1">
            <a:solidFill>
              <a:srgbClr val="1E5A95"/>
            </a:solidFill>
          </a:endParaRPr>
        </a:p>
      </dgm:t>
    </dgm:pt>
    <dgm:pt modelId="{8F6EEAE2-7922-46BD-94DE-CE35F05347C1}" type="sibTrans" cxnId="{BF5E29BE-59BB-4555-92E7-B7236A2827D8}">
      <dgm:prSet/>
      <dgm:spPr/>
      <dgm:t>
        <a:bodyPr/>
        <a:lstStyle/>
        <a:p>
          <a:endParaRPr lang="en-US"/>
        </a:p>
      </dgm:t>
    </dgm:pt>
    <dgm:pt modelId="{DDD0FAD1-9086-4354-A570-20EA91D5FA64}">
      <dgm:prSet/>
      <dgm:spPr/>
      <dgm:t>
        <a:bodyPr/>
        <a:lstStyle/>
        <a:p>
          <a:r>
            <a:rPr lang="ar-EG" b="1" dirty="0">
              <a:solidFill>
                <a:srgbClr val="1E5A95"/>
              </a:solidFill>
            </a:rPr>
            <a:t>مسؤول اصول</a:t>
          </a:r>
          <a:endParaRPr lang="en-US" b="1" dirty="0">
            <a:solidFill>
              <a:srgbClr val="1E5A95"/>
            </a:solidFill>
          </a:endParaRPr>
        </a:p>
      </dgm:t>
    </dgm:pt>
    <dgm:pt modelId="{B126AD05-00EC-426E-8E0F-C7914F9054B2}" type="parTrans" cxnId="{2852DD65-97AC-453C-915F-99E9E057CFA1}">
      <dgm:prSet/>
      <dgm:spPr/>
      <dgm:t>
        <a:bodyPr/>
        <a:lstStyle/>
        <a:p>
          <a:endParaRPr lang="en-US" b="1">
            <a:solidFill>
              <a:srgbClr val="1E5A95"/>
            </a:solidFill>
          </a:endParaRPr>
        </a:p>
      </dgm:t>
    </dgm:pt>
    <dgm:pt modelId="{1074B4AB-6948-47F1-B3CA-C8EEF38BF212}" type="sibTrans" cxnId="{2852DD65-97AC-453C-915F-99E9E057CFA1}">
      <dgm:prSet/>
      <dgm:spPr/>
      <dgm:t>
        <a:bodyPr/>
        <a:lstStyle/>
        <a:p>
          <a:endParaRPr lang="en-US"/>
        </a:p>
      </dgm:t>
    </dgm:pt>
    <dgm:pt modelId="{39F976CE-29D0-4479-9D84-640F19EBA8EB}">
      <dgm:prSet/>
      <dgm:spPr/>
      <dgm:t>
        <a:bodyPr/>
        <a:lstStyle/>
        <a:p>
          <a:r>
            <a:rPr lang="ar-EG" b="1" dirty="0">
              <a:solidFill>
                <a:srgbClr val="1E5A95"/>
              </a:solidFill>
            </a:rPr>
            <a:t>عناية عملاء</a:t>
          </a:r>
          <a:endParaRPr lang="en-US" b="1" dirty="0">
            <a:solidFill>
              <a:srgbClr val="1E5A95"/>
            </a:solidFill>
          </a:endParaRPr>
        </a:p>
      </dgm:t>
    </dgm:pt>
    <dgm:pt modelId="{959B4883-7DF3-45C2-9F6E-65A088220ECC}" type="parTrans" cxnId="{832F3EA2-24AB-4640-9AEB-4E0DFB83DF57}">
      <dgm:prSet/>
      <dgm:spPr/>
      <dgm:t>
        <a:bodyPr/>
        <a:lstStyle/>
        <a:p>
          <a:endParaRPr lang="en-US" b="1">
            <a:solidFill>
              <a:srgbClr val="1E5A95"/>
            </a:solidFill>
          </a:endParaRPr>
        </a:p>
      </dgm:t>
    </dgm:pt>
    <dgm:pt modelId="{DD5AB577-DABD-47A1-B3BF-AA288CC464C3}" type="sibTrans" cxnId="{832F3EA2-24AB-4640-9AEB-4E0DFB83DF57}">
      <dgm:prSet/>
      <dgm:spPr/>
      <dgm:t>
        <a:bodyPr/>
        <a:lstStyle/>
        <a:p>
          <a:endParaRPr lang="en-US"/>
        </a:p>
      </dgm:t>
    </dgm:pt>
    <dgm:pt modelId="{19C2F0D7-9734-4B57-850D-84849123EFCC}" type="asst">
      <dgm:prSet/>
      <dgm:spPr/>
      <dgm:t>
        <a:bodyPr/>
        <a:lstStyle/>
        <a:p>
          <a:r>
            <a:rPr lang="ar-EG" b="1" dirty="0">
              <a:solidFill>
                <a:srgbClr val="1E5A95"/>
              </a:solidFill>
            </a:rPr>
            <a:t>مساعد اداري</a:t>
          </a:r>
          <a:endParaRPr lang="en-US" b="1" dirty="0">
            <a:solidFill>
              <a:srgbClr val="1E5A95"/>
            </a:solidFill>
          </a:endParaRPr>
        </a:p>
      </dgm:t>
    </dgm:pt>
    <dgm:pt modelId="{92101DF7-4027-468C-8376-DE2D6D72CC2D}" type="parTrans" cxnId="{75E6E3A8-C58A-4C97-89E6-7B9B79E09352}">
      <dgm:prSet/>
      <dgm:spPr/>
      <dgm:t>
        <a:bodyPr/>
        <a:lstStyle/>
        <a:p>
          <a:endParaRPr lang="en-US" b="1">
            <a:solidFill>
              <a:srgbClr val="1E5A95"/>
            </a:solidFill>
          </a:endParaRPr>
        </a:p>
      </dgm:t>
    </dgm:pt>
    <dgm:pt modelId="{B0FF51E6-034D-46C0-ADE0-18198EC620A5}" type="sibTrans" cxnId="{75E6E3A8-C58A-4C97-89E6-7B9B79E09352}">
      <dgm:prSet/>
      <dgm:spPr/>
      <dgm:t>
        <a:bodyPr/>
        <a:lstStyle/>
        <a:p>
          <a:endParaRPr lang="en-US"/>
        </a:p>
      </dgm:t>
    </dgm:pt>
    <dgm:pt modelId="{667EDBA3-D59B-4DDA-A384-CE3C6517A8CF}" type="pres">
      <dgm:prSet presAssocID="{C27DACF7-0D9C-42DA-B3A6-A4D20FA0514C}" presName="hierChild1" presStyleCnt="0">
        <dgm:presLayoutVars>
          <dgm:orgChart val="1"/>
          <dgm:chPref val="1"/>
          <dgm:dir/>
          <dgm:animOne val="branch"/>
          <dgm:animLvl val="lvl"/>
          <dgm:resizeHandles/>
        </dgm:presLayoutVars>
      </dgm:prSet>
      <dgm:spPr/>
    </dgm:pt>
    <dgm:pt modelId="{94AC6A72-294C-4538-A37B-D51FCD286242}" type="pres">
      <dgm:prSet presAssocID="{73CDAA4C-6033-4886-BCB7-A101B8972E47}" presName="hierRoot1" presStyleCnt="0">
        <dgm:presLayoutVars>
          <dgm:hierBranch/>
        </dgm:presLayoutVars>
      </dgm:prSet>
      <dgm:spPr/>
    </dgm:pt>
    <dgm:pt modelId="{FFEB7913-4AB0-432A-99FC-C2F705426433}" type="pres">
      <dgm:prSet presAssocID="{73CDAA4C-6033-4886-BCB7-A101B8972E47}" presName="rootComposite1" presStyleCnt="0"/>
      <dgm:spPr/>
    </dgm:pt>
    <dgm:pt modelId="{8766AF82-EF27-47DA-9177-2799997C1502}" type="pres">
      <dgm:prSet presAssocID="{73CDAA4C-6033-4886-BCB7-A101B8972E47}" presName="rootText1" presStyleLbl="node0" presStyleIdx="0" presStyleCnt="1" custLinFactY="-72309" custLinFactNeighborX="-65290" custLinFactNeighborY="-100000">
        <dgm:presLayoutVars>
          <dgm:chPref val="3"/>
        </dgm:presLayoutVars>
      </dgm:prSet>
      <dgm:spPr/>
    </dgm:pt>
    <dgm:pt modelId="{49A63A43-1A59-4C04-B0A9-3CDABB8E8BE6}" type="pres">
      <dgm:prSet presAssocID="{73CDAA4C-6033-4886-BCB7-A101B8972E47}" presName="rootConnector1" presStyleLbl="node1" presStyleIdx="0" presStyleCnt="0"/>
      <dgm:spPr/>
    </dgm:pt>
    <dgm:pt modelId="{A7C11595-F232-4163-85FA-8EAF705C1B5D}" type="pres">
      <dgm:prSet presAssocID="{73CDAA4C-6033-4886-BCB7-A101B8972E47}" presName="hierChild2" presStyleCnt="0"/>
      <dgm:spPr/>
    </dgm:pt>
    <dgm:pt modelId="{F3C91B2E-551C-429C-8FBF-AFA1AEF8A9C1}" type="pres">
      <dgm:prSet presAssocID="{12940D1E-8EB7-4770-BA6E-EEDB03ED1A93}" presName="Name35" presStyleLbl="parChTrans1D2" presStyleIdx="0" presStyleCnt="10"/>
      <dgm:spPr/>
    </dgm:pt>
    <dgm:pt modelId="{48E12419-43C6-4A06-BFEA-A3C71FEF3323}" type="pres">
      <dgm:prSet presAssocID="{E0B3F0DB-9FEC-474C-8398-F83056D49345}" presName="hierRoot2" presStyleCnt="0">
        <dgm:presLayoutVars>
          <dgm:hierBranch/>
        </dgm:presLayoutVars>
      </dgm:prSet>
      <dgm:spPr/>
    </dgm:pt>
    <dgm:pt modelId="{CA79651D-DF7D-4C7B-B942-679B49A800F5}" type="pres">
      <dgm:prSet presAssocID="{E0B3F0DB-9FEC-474C-8398-F83056D49345}" presName="rootComposite" presStyleCnt="0"/>
      <dgm:spPr/>
    </dgm:pt>
    <dgm:pt modelId="{8F7270DC-5F4B-490A-88A0-247FCD08AF8F}" type="pres">
      <dgm:prSet presAssocID="{E0B3F0DB-9FEC-474C-8398-F83056D49345}" presName="rootText" presStyleLbl="node2" presStyleIdx="0" presStyleCnt="9">
        <dgm:presLayoutVars>
          <dgm:chPref val="3"/>
        </dgm:presLayoutVars>
      </dgm:prSet>
      <dgm:spPr/>
    </dgm:pt>
    <dgm:pt modelId="{C9C93912-7AD8-440E-8EFE-2DDE5D793691}" type="pres">
      <dgm:prSet presAssocID="{E0B3F0DB-9FEC-474C-8398-F83056D49345}" presName="rootConnector" presStyleLbl="node2" presStyleIdx="0" presStyleCnt="9"/>
      <dgm:spPr/>
    </dgm:pt>
    <dgm:pt modelId="{93FF00E3-5E4D-43FD-8B84-112F94349CDD}" type="pres">
      <dgm:prSet presAssocID="{E0B3F0DB-9FEC-474C-8398-F83056D49345}" presName="hierChild4" presStyleCnt="0"/>
      <dgm:spPr/>
    </dgm:pt>
    <dgm:pt modelId="{C168E755-47AB-4229-9659-96E4D5684C46}" type="pres">
      <dgm:prSet presAssocID="{35703F6E-B704-49A1-92BE-87CEFCA169C6}" presName="Name35" presStyleLbl="parChTrans1D3" presStyleIdx="0" presStyleCnt="11"/>
      <dgm:spPr/>
    </dgm:pt>
    <dgm:pt modelId="{D817043E-3DAE-428D-95A3-D00F1C53F044}" type="pres">
      <dgm:prSet presAssocID="{9773C5FA-CFF5-4924-8500-BB7E3E9E28EC}" presName="hierRoot2" presStyleCnt="0">
        <dgm:presLayoutVars>
          <dgm:hierBranch/>
        </dgm:presLayoutVars>
      </dgm:prSet>
      <dgm:spPr/>
    </dgm:pt>
    <dgm:pt modelId="{19923FD3-A48D-4FE1-9D39-E673ECA0E89A}" type="pres">
      <dgm:prSet presAssocID="{9773C5FA-CFF5-4924-8500-BB7E3E9E28EC}" presName="rootComposite" presStyleCnt="0"/>
      <dgm:spPr/>
    </dgm:pt>
    <dgm:pt modelId="{D6694C1E-8918-4F7B-B3AC-2748C33AD189}" type="pres">
      <dgm:prSet presAssocID="{9773C5FA-CFF5-4924-8500-BB7E3E9E28EC}" presName="rootText" presStyleLbl="node3" presStyleIdx="0" presStyleCnt="11">
        <dgm:presLayoutVars>
          <dgm:chPref val="3"/>
        </dgm:presLayoutVars>
      </dgm:prSet>
      <dgm:spPr/>
    </dgm:pt>
    <dgm:pt modelId="{6D76A82D-662E-4AC8-98B3-69551AE615BC}" type="pres">
      <dgm:prSet presAssocID="{9773C5FA-CFF5-4924-8500-BB7E3E9E28EC}" presName="rootConnector" presStyleLbl="node3" presStyleIdx="0" presStyleCnt="11"/>
      <dgm:spPr/>
    </dgm:pt>
    <dgm:pt modelId="{6E02A411-9616-4BE8-9B38-C8161F527032}" type="pres">
      <dgm:prSet presAssocID="{9773C5FA-CFF5-4924-8500-BB7E3E9E28EC}" presName="hierChild4" presStyleCnt="0"/>
      <dgm:spPr/>
    </dgm:pt>
    <dgm:pt modelId="{7C60A0B7-5934-4BE6-8931-6662FB80A41B}" type="pres">
      <dgm:prSet presAssocID="{72888972-A12B-4840-87BE-BC82FA170797}" presName="Name35" presStyleLbl="parChTrans1D4" presStyleIdx="0" presStyleCnt="18"/>
      <dgm:spPr/>
    </dgm:pt>
    <dgm:pt modelId="{9C165826-5CA5-4768-97CA-BAFE7D5E7C95}" type="pres">
      <dgm:prSet presAssocID="{F3DF4360-77A1-4FC8-B05C-462F202005FB}" presName="hierRoot2" presStyleCnt="0">
        <dgm:presLayoutVars>
          <dgm:hierBranch/>
        </dgm:presLayoutVars>
      </dgm:prSet>
      <dgm:spPr/>
    </dgm:pt>
    <dgm:pt modelId="{73E4F9FE-E1BD-47F5-AB6B-F9E32F093837}" type="pres">
      <dgm:prSet presAssocID="{F3DF4360-77A1-4FC8-B05C-462F202005FB}" presName="rootComposite" presStyleCnt="0"/>
      <dgm:spPr/>
    </dgm:pt>
    <dgm:pt modelId="{F43570F7-0162-4B8A-88F0-17EF0ACABC37}" type="pres">
      <dgm:prSet presAssocID="{F3DF4360-77A1-4FC8-B05C-462F202005FB}" presName="rootText" presStyleLbl="node4" presStyleIdx="0" presStyleCnt="18">
        <dgm:presLayoutVars>
          <dgm:chPref val="3"/>
        </dgm:presLayoutVars>
      </dgm:prSet>
      <dgm:spPr/>
    </dgm:pt>
    <dgm:pt modelId="{96066443-D4E7-486C-8311-30944DF6EB15}" type="pres">
      <dgm:prSet presAssocID="{F3DF4360-77A1-4FC8-B05C-462F202005FB}" presName="rootConnector" presStyleLbl="node4" presStyleIdx="0" presStyleCnt="18"/>
      <dgm:spPr/>
    </dgm:pt>
    <dgm:pt modelId="{4CF87399-FE53-457B-94B8-C6EB4F0C2705}" type="pres">
      <dgm:prSet presAssocID="{F3DF4360-77A1-4FC8-B05C-462F202005FB}" presName="hierChild4" presStyleCnt="0"/>
      <dgm:spPr/>
    </dgm:pt>
    <dgm:pt modelId="{F40332FA-1CFD-4F93-B940-A3006CF15BF7}" type="pres">
      <dgm:prSet presAssocID="{F3DF4360-77A1-4FC8-B05C-462F202005FB}" presName="hierChild5" presStyleCnt="0"/>
      <dgm:spPr/>
    </dgm:pt>
    <dgm:pt modelId="{9D72D059-D2BA-418E-A237-A0317A0C6BEC}" type="pres">
      <dgm:prSet presAssocID="{A4882862-EA16-4EF0-8A04-05A35BE10496}" presName="Name35" presStyleLbl="parChTrans1D4" presStyleIdx="1" presStyleCnt="18"/>
      <dgm:spPr/>
    </dgm:pt>
    <dgm:pt modelId="{19EDC025-1D73-45E1-AC67-BE81F6553B97}" type="pres">
      <dgm:prSet presAssocID="{AEFB9A2F-4214-4F57-9F9A-46A1875DF300}" presName="hierRoot2" presStyleCnt="0">
        <dgm:presLayoutVars>
          <dgm:hierBranch/>
        </dgm:presLayoutVars>
      </dgm:prSet>
      <dgm:spPr/>
    </dgm:pt>
    <dgm:pt modelId="{62EE697F-3200-4E51-9BBF-9A260A0C42DA}" type="pres">
      <dgm:prSet presAssocID="{AEFB9A2F-4214-4F57-9F9A-46A1875DF300}" presName="rootComposite" presStyleCnt="0"/>
      <dgm:spPr/>
    </dgm:pt>
    <dgm:pt modelId="{40EE76D3-5323-42E0-8D44-F7584F4CDD83}" type="pres">
      <dgm:prSet presAssocID="{AEFB9A2F-4214-4F57-9F9A-46A1875DF300}" presName="rootText" presStyleLbl="node4" presStyleIdx="1" presStyleCnt="18">
        <dgm:presLayoutVars>
          <dgm:chPref val="3"/>
        </dgm:presLayoutVars>
      </dgm:prSet>
      <dgm:spPr/>
    </dgm:pt>
    <dgm:pt modelId="{8759611D-FAFC-4874-879F-21F241C4306E}" type="pres">
      <dgm:prSet presAssocID="{AEFB9A2F-4214-4F57-9F9A-46A1875DF300}" presName="rootConnector" presStyleLbl="node4" presStyleIdx="1" presStyleCnt="18"/>
      <dgm:spPr/>
    </dgm:pt>
    <dgm:pt modelId="{54E297A4-C25B-45D2-9B30-233619A93A04}" type="pres">
      <dgm:prSet presAssocID="{AEFB9A2F-4214-4F57-9F9A-46A1875DF300}" presName="hierChild4" presStyleCnt="0"/>
      <dgm:spPr/>
    </dgm:pt>
    <dgm:pt modelId="{D4CE90D2-D2D7-49D7-A1C7-E9548A9D8B3D}" type="pres">
      <dgm:prSet presAssocID="{AEFB9A2F-4214-4F57-9F9A-46A1875DF300}" presName="hierChild5" presStyleCnt="0"/>
      <dgm:spPr/>
    </dgm:pt>
    <dgm:pt modelId="{1BB76A5B-D5FE-45D9-982E-9AC7D918DF5D}" type="pres">
      <dgm:prSet presAssocID="{5B307528-8EF9-4A37-815E-DB497F810EF2}" presName="Name35" presStyleLbl="parChTrans1D4" presStyleIdx="2" presStyleCnt="18"/>
      <dgm:spPr/>
    </dgm:pt>
    <dgm:pt modelId="{9CA057EF-1425-494F-A89F-1F4A43FDEF2D}" type="pres">
      <dgm:prSet presAssocID="{58DF2031-46D0-4F0F-AFC1-7AFF613E4D61}" presName="hierRoot2" presStyleCnt="0">
        <dgm:presLayoutVars>
          <dgm:hierBranch/>
        </dgm:presLayoutVars>
      </dgm:prSet>
      <dgm:spPr/>
    </dgm:pt>
    <dgm:pt modelId="{D03AD3A6-9C3A-4D7B-A189-77D017F4CFB5}" type="pres">
      <dgm:prSet presAssocID="{58DF2031-46D0-4F0F-AFC1-7AFF613E4D61}" presName="rootComposite" presStyleCnt="0"/>
      <dgm:spPr/>
    </dgm:pt>
    <dgm:pt modelId="{16EBF284-AEDB-4B72-B673-F2F197BAB2B5}" type="pres">
      <dgm:prSet presAssocID="{58DF2031-46D0-4F0F-AFC1-7AFF613E4D61}" presName="rootText" presStyleLbl="node4" presStyleIdx="2" presStyleCnt="18">
        <dgm:presLayoutVars>
          <dgm:chPref val="3"/>
        </dgm:presLayoutVars>
      </dgm:prSet>
      <dgm:spPr/>
    </dgm:pt>
    <dgm:pt modelId="{90A47F72-72F2-42A4-9C52-A287322D9B54}" type="pres">
      <dgm:prSet presAssocID="{58DF2031-46D0-4F0F-AFC1-7AFF613E4D61}" presName="rootConnector" presStyleLbl="node4" presStyleIdx="2" presStyleCnt="18"/>
      <dgm:spPr/>
    </dgm:pt>
    <dgm:pt modelId="{56022444-BB64-4E0A-AF6B-D6C276DD75D3}" type="pres">
      <dgm:prSet presAssocID="{58DF2031-46D0-4F0F-AFC1-7AFF613E4D61}" presName="hierChild4" presStyleCnt="0"/>
      <dgm:spPr/>
    </dgm:pt>
    <dgm:pt modelId="{07CDC311-06B8-461A-B993-7CB9BC3A2239}" type="pres">
      <dgm:prSet presAssocID="{58DF2031-46D0-4F0F-AFC1-7AFF613E4D61}" presName="hierChild5" presStyleCnt="0"/>
      <dgm:spPr/>
    </dgm:pt>
    <dgm:pt modelId="{885BFF9A-1A5E-443F-A878-257348AB3A36}" type="pres">
      <dgm:prSet presAssocID="{9758B562-24FE-46A2-B891-9F1D00E3111F}" presName="Name35" presStyleLbl="parChTrans1D4" presStyleIdx="3" presStyleCnt="18"/>
      <dgm:spPr/>
    </dgm:pt>
    <dgm:pt modelId="{E930CBE6-C31D-4AE7-9FF1-15D19DFD30CC}" type="pres">
      <dgm:prSet presAssocID="{6CF1FF02-A5AA-4361-935A-1EE34652383D}" presName="hierRoot2" presStyleCnt="0">
        <dgm:presLayoutVars>
          <dgm:hierBranch/>
        </dgm:presLayoutVars>
      </dgm:prSet>
      <dgm:spPr/>
    </dgm:pt>
    <dgm:pt modelId="{967120DE-B756-490C-B746-43D56B13B5D7}" type="pres">
      <dgm:prSet presAssocID="{6CF1FF02-A5AA-4361-935A-1EE34652383D}" presName="rootComposite" presStyleCnt="0"/>
      <dgm:spPr/>
    </dgm:pt>
    <dgm:pt modelId="{B0C94FA7-56F5-42A2-B785-86571255BAD2}" type="pres">
      <dgm:prSet presAssocID="{6CF1FF02-A5AA-4361-935A-1EE34652383D}" presName="rootText" presStyleLbl="node4" presStyleIdx="3" presStyleCnt="18">
        <dgm:presLayoutVars>
          <dgm:chPref val="3"/>
        </dgm:presLayoutVars>
      </dgm:prSet>
      <dgm:spPr/>
    </dgm:pt>
    <dgm:pt modelId="{D0937F34-E19D-4073-BA3A-37EC25C2C67D}" type="pres">
      <dgm:prSet presAssocID="{6CF1FF02-A5AA-4361-935A-1EE34652383D}" presName="rootConnector" presStyleLbl="node4" presStyleIdx="3" presStyleCnt="18"/>
      <dgm:spPr/>
    </dgm:pt>
    <dgm:pt modelId="{738DE6BC-78FF-4823-8D17-322C4D3B452C}" type="pres">
      <dgm:prSet presAssocID="{6CF1FF02-A5AA-4361-935A-1EE34652383D}" presName="hierChild4" presStyleCnt="0"/>
      <dgm:spPr/>
    </dgm:pt>
    <dgm:pt modelId="{8442D421-AE96-43B1-9791-872417C44AD5}" type="pres">
      <dgm:prSet presAssocID="{6CF1FF02-A5AA-4361-935A-1EE34652383D}" presName="hierChild5" presStyleCnt="0"/>
      <dgm:spPr/>
    </dgm:pt>
    <dgm:pt modelId="{2E2B408E-6494-44A8-8432-3E1BCB93ADD2}" type="pres">
      <dgm:prSet presAssocID="{9773C5FA-CFF5-4924-8500-BB7E3E9E28EC}" presName="hierChild5" presStyleCnt="0"/>
      <dgm:spPr/>
    </dgm:pt>
    <dgm:pt modelId="{CC534B0B-C75C-4D7A-BA87-2A7B2AB37932}" type="pres">
      <dgm:prSet presAssocID="{E0B3F0DB-9FEC-474C-8398-F83056D49345}" presName="hierChild5" presStyleCnt="0"/>
      <dgm:spPr/>
    </dgm:pt>
    <dgm:pt modelId="{3420B93D-C927-4C1C-8190-632A7748B46B}" type="pres">
      <dgm:prSet presAssocID="{0FE64D3B-67EC-47C4-9FAB-F212A31A3D80}" presName="Name35" presStyleLbl="parChTrans1D2" presStyleIdx="1" presStyleCnt="10"/>
      <dgm:spPr/>
    </dgm:pt>
    <dgm:pt modelId="{817B7EBF-BBE0-4C64-85AA-7255266F9B52}" type="pres">
      <dgm:prSet presAssocID="{395EBAE3-EC89-4AC0-ACF5-9FD8C7695FB5}" presName="hierRoot2" presStyleCnt="0">
        <dgm:presLayoutVars>
          <dgm:hierBranch/>
        </dgm:presLayoutVars>
      </dgm:prSet>
      <dgm:spPr/>
    </dgm:pt>
    <dgm:pt modelId="{39DF162C-6444-49A9-B7D0-416D688A22D5}" type="pres">
      <dgm:prSet presAssocID="{395EBAE3-EC89-4AC0-ACF5-9FD8C7695FB5}" presName="rootComposite" presStyleCnt="0"/>
      <dgm:spPr/>
    </dgm:pt>
    <dgm:pt modelId="{54DBA53B-BD7B-45BD-8B1F-83481FA8F927}" type="pres">
      <dgm:prSet presAssocID="{395EBAE3-EC89-4AC0-ACF5-9FD8C7695FB5}" presName="rootText" presStyleLbl="node2" presStyleIdx="1" presStyleCnt="9">
        <dgm:presLayoutVars>
          <dgm:chPref val="3"/>
        </dgm:presLayoutVars>
      </dgm:prSet>
      <dgm:spPr/>
    </dgm:pt>
    <dgm:pt modelId="{DFBFF112-0EBD-4D3D-9825-EE83026C52A6}" type="pres">
      <dgm:prSet presAssocID="{395EBAE3-EC89-4AC0-ACF5-9FD8C7695FB5}" presName="rootConnector" presStyleLbl="node2" presStyleIdx="1" presStyleCnt="9"/>
      <dgm:spPr/>
    </dgm:pt>
    <dgm:pt modelId="{C86A9CDA-E266-4DE8-B23B-011DE0123A08}" type="pres">
      <dgm:prSet presAssocID="{395EBAE3-EC89-4AC0-ACF5-9FD8C7695FB5}" presName="hierChild4" presStyleCnt="0"/>
      <dgm:spPr/>
    </dgm:pt>
    <dgm:pt modelId="{0FD2BDE7-A5E5-4D57-A7AB-FD3CFC061A52}" type="pres">
      <dgm:prSet presAssocID="{773462E9-6EA7-47E6-89AC-13B212304581}" presName="Name35" presStyleLbl="parChTrans1D3" presStyleIdx="1" presStyleCnt="11"/>
      <dgm:spPr/>
    </dgm:pt>
    <dgm:pt modelId="{691F9BC8-89A5-488D-BD83-6D22124B7101}" type="pres">
      <dgm:prSet presAssocID="{7E948C7B-70FE-435C-BFE2-D175016B9EA8}" presName="hierRoot2" presStyleCnt="0">
        <dgm:presLayoutVars>
          <dgm:hierBranch/>
        </dgm:presLayoutVars>
      </dgm:prSet>
      <dgm:spPr/>
    </dgm:pt>
    <dgm:pt modelId="{618FA3EF-2FE6-463B-AE7E-45898492E4AF}" type="pres">
      <dgm:prSet presAssocID="{7E948C7B-70FE-435C-BFE2-D175016B9EA8}" presName="rootComposite" presStyleCnt="0"/>
      <dgm:spPr/>
    </dgm:pt>
    <dgm:pt modelId="{CA549609-1431-439C-A80C-0573BFE6C9E0}" type="pres">
      <dgm:prSet presAssocID="{7E948C7B-70FE-435C-BFE2-D175016B9EA8}" presName="rootText" presStyleLbl="node3" presStyleIdx="1" presStyleCnt="11">
        <dgm:presLayoutVars>
          <dgm:chPref val="3"/>
        </dgm:presLayoutVars>
      </dgm:prSet>
      <dgm:spPr/>
    </dgm:pt>
    <dgm:pt modelId="{BE34CBF6-233B-4191-99E2-828A3B689574}" type="pres">
      <dgm:prSet presAssocID="{7E948C7B-70FE-435C-BFE2-D175016B9EA8}" presName="rootConnector" presStyleLbl="node3" presStyleIdx="1" presStyleCnt="11"/>
      <dgm:spPr/>
    </dgm:pt>
    <dgm:pt modelId="{321AAD12-5726-4784-9016-F6623998D838}" type="pres">
      <dgm:prSet presAssocID="{7E948C7B-70FE-435C-BFE2-D175016B9EA8}" presName="hierChild4" presStyleCnt="0"/>
      <dgm:spPr/>
    </dgm:pt>
    <dgm:pt modelId="{65C4313C-FF3D-4DB2-90DB-6F103AD36890}" type="pres">
      <dgm:prSet presAssocID="{860CEE40-C05B-47A2-858C-5081E32F22C5}" presName="Name35" presStyleLbl="parChTrans1D4" presStyleIdx="4" presStyleCnt="18"/>
      <dgm:spPr/>
    </dgm:pt>
    <dgm:pt modelId="{85D9A82B-B5D8-4929-A61A-05E7A008A675}" type="pres">
      <dgm:prSet presAssocID="{FEB9551F-B3BC-4432-B467-DDACCEBDC2E2}" presName="hierRoot2" presStyleCnt="0">
        <dgm:presLayoutVars>
          <dgm:hierBranch/>
        </dgm:presLayoutVars>
      </dgm:prSet>
      <dgm:spPr/>
    </dgm:pt>
    <dgm:pt modelId="{EA22A6B7-43FE-400A-94E7-E4CA8286F79C}" type="pres">
      <dgm:prSet presAssocID="{FEB9551F-B3BC-4432-B467-DDACCEBDC2E2}" presName="rootComposite" presStyleCnt="0"/>
      <dgm:spPr/>
    </dgm:pt>
    <dgm:pt modelId="{0F243B2A-C713-4401-87A3-A3831FE32D19}" type="pres">
      <dgm:prSet presAssocID="{FEB9551F-B3BC-4432-B467-DDACCEBDC2E2}" presName="rootText" presStyleLbl="node4" presStyleIdx="4" presStyleCnt="18">
        <dgm:presLayoutVars>
          <dgm:chPref val="3"/>
        </dgm:presLayoutVars>
      </dgm:prSet>
      <dgm:spPr/>
    </dgm:pt>
    <dgm:pt modelId="{52A36EEF-CEBE-4C0E-A50E-EF9A423A3807}" type="pres">
      <dgm:prSet presAssocID="{FEB9551F-B3BC-4432-B467-DDACCEBDC2E2}" presName="rootConnector" presStyleLbl="node4" presStyleIdx="4" presStyleCnt="18"/>
      <dgm:spPr/>
    </dgm:pt>
    <dgm:pt modelId="{52B19060-B056-4F44-B363-674CC71200BC}" type="pres">
      <dgm:prSet presAssocID="{FEB9551F-B3BC-4432-B467-DDACCEBDC2E2}" presName="hierChild4" presStyleCnt="0"/>
      <dgm:spPr/>
    </dgm:pt>
    <dgm:pt modelId="{94E1DD9B-AE09-4E72-95A9-747293A79B62}" type="pres">
      <dgm:prSet presAssocID="{FE6CF9FB-F301-4DB4-BB85-7793ED11B8C3}" presName="Name35" presStyleLbl="parChTrans1D4" presStyleIdx="5" presStyleCnt="18"/>
      <dgm:spPr/>
    </dgm:pt>
    <dgm:pt modelId="{6BD28B1D-A447-4254-85FC-D4A0928D062C}" type="pres">
      <dgm:prSet presAssocID="{836EB0A7-006E-4D8A-AA66-32432E1AD60F}" presName="hierRoot2" presStyleCnt="0">
        <dgm:presLayoutVars>
          <dgm:hierBranch/>
        </dgm:presLayoutVars>
      </dgm:prSet>
      <dgm:spPr/>
    </dgm:pt>
    <dgm:pt modelId="{2B9C442F-06F9-4D4E-AC8F-D9FC71D5786C}" type="pres">
      <dgm:prSet presAssocID="{836EB0A7-006E-4D8A-AA66-32432E1AD60F}" presName="rootComposite" presStyleCnt="0"/>
      <dgm:spPr/>
    </dgm:pt>
    <dgm:pt modelId="{50FE2A3E-1E83-4359-9FE8-9579A25459F9}" type="pres">
      <dgm:prSet presAssocID="{836EB0A7-006E-4D8A-AA66-32432E1AD60F}" presName="rootText" presStyleLbl="node4" presStyleIdx="5" presStyleCnt="18">
        <dgm:presLayoutVars>
          <dgm:chPref val="3"/>
        </dgm:presLayoutVars>
      </dgm:prSet>
      <dgm:spPr/>
    </dgm:pt>
    <dgm:pt modelId="{91F672CB-7036-4777-8D62-7529D71876DF}" type="pres">
      <dgm:prSet presAssocID="{836EB0A7-006E-4D8A-AA66-32432E1AD60F}" presName="rootConnector" presStyleLbl="node4" presStyleIdx="5" presStyleCnt="18"/>
      <dgm:spPr/>
    </dgm:pt>
    <dgm:pt modelId="{ECDD402F-B61E-48BA-9696-F74FCC09BD98}" type="pres">
      <dgm:prSet presAssocID="{836EB0A7-006E-4D8A-AA66-32432E1AD60F}" presName="hierChild4" presStyleCnt="0"/>
      <dgm:spPr/>
    </dgm:pt>
    <dgm:pt modelId="{947677D1-6E51-4382-B083-09DD022EEB5C}" type="pres">
      <dgm:prSet presAssocID="{836EB0A7-006E-4D8A-AA66-32432E1AD60F}" presName="hierChild5" presStyleCnt="0"/>
      <dgm:spPr/>
    </dgm:pt>
    <dgm:pt modelId="{3BBE47F7-B692-4A0B-BA58-4A3BCE7AA01C}" type="pres">
      <dgm:prSet presAssocID="{4C3EF2D8-23E1-4999-825E-137C6BBEDA34}" presName="Name35" presStyleLbl="parChTrans1D4" presStyleIdx="6" presStyleCnt="18"/>
      <dgm:spPr/>
    </dgm:pt>
    <dgm:pt modelId="{973CE3FC-83CB-4F2C-BA23-FCD8BB7BAA2C}" type="pres">
      <dgm:prSet presAssocID="{C26BB2F2-8012-4871-B4BC-B2FD4929B2C2}" presName="hierRoot2" presStyleCnt="0">
        <dgm:presLayoutVars>
          <dgm:hierBranch/>
        </dgm:presLayoutVars>
      </dgm:prSet>
      <dgm:spPr/>
    </dgm:pt>
    <dgm:pt modelId="{69310573-5E24-4942-A58A-D2DAE85319D9}" type="pres">
      <dgm:prSet presAssocID="{C26BB2F2-8012-4871-B4BC-B2FD4929B2C2}" presName="rootComposite" presStyleCnt="0"/>
      <dgm:spPr/>
    </dgm:pt>
    <dgm:pt modelId="{A4562EA9-ACF6-4807-9611-3120626A962C}" type="pres">
      <dgm:prSet presAssocID="{C26BB2F2-8012-4871-B4BC-B2FD4929B2C2}" presName="rootText" presStyleLbl="node4" presStyleIdx="6" presStyleCnt="18">
        <dgm:presLayoutVars>
          <dgm:chPref val="3"/>
        </dgm:presLayoutVars>
      </dgm:prSet>
      <dgm:spPr/>
    </dgm:pt>
    <dgm:pt modelId="{14488BDF-710C-4035-B3DC-F4502489731B}" type="pres">
      <dgm:prSet presAssocID="{C26BB2F2-8012-4871-B4BC-B2FD4929B2C2}" presName="rootConnector" presStyleLbl="node4" presStyleIdx="6" presStyleCnt="18"/>
      <dgm:spPr/>
    </dgm:pt>
    <dgm:pt modelId="{BAD13947-03C4-4941-8CAD-55705502BBCF}" type="pres">
      <dgm:prSet presAssocID="{C26BB2F2-8012-4871-B4BC-B2FD4929B2C2}" presName="hierChild4" presStyleCnt="0"/>
      <dgm:spPr/>
    </dgm:pt>
    <dgm:pt modelId="{9EDBC9FA-EE76-4ED4-AF63-1445DBE7AA31}" type="pres">
      <dgm:prSet presAssocID="{C26BB2F2-8012-4871-B4BC-B2FD4929B2C2}" presName="hierChild5" presStyleCnt="0"/>
      <dgm:spPr/>
    </dgm:pt>
    <dgm:pt modelId="{687595A3-CC6C-4EDF-A3AD-D3ADF3CB858C}" type="pres">
      <dgm:prSet presAssocID="{FEB9551F-B3BC-4432-B467-DDACCEBDC2E2}" presName="hierChild5" presStyleCnt="0"/>
      <dgm:spPr/>
    </dgm:pt>
    <dgm:pt modelId="{6A94C455-A9FA-4DCB-9EE8-F4CEB62C34AD}" type="pres">
      <dgm:prSet presAssocID="{7E948C7B-70FE-435C-BFE2-D175016B9EA8}" presName="hierChild5" presStyleCnt="0"/>
      <dgm:spPr/>
    </dgm:pt>
    <dgm:pt modelId="{22EFE40D-EB1E-4DCE-8971-16D260D21189}" type="pres">
      <dgm:prSet presAssocID="{395EBAE3-EC89-4AC0-ACF5-9FD8C7695FB5}" presName="hierChild5" presStyleCnt="0"/>
      <dgm:spPr/>
    </dgm:pt>
    <dgm:pt modelId="{B3612F3D-EF39-4996-9BD7-3BF3168BC42C}" type="pres">
      <dgm:prSet presAssocID="{1936D536-ECE8-4222-957F-3C12C76BC2CC}" presName="Name35" presStyleLbl="parChTrans1D2" presStyleIdx="2" presStyleCnt="10"/>
      <dgm:spPr/>
    </dgm:pt>
    <dgm:pt modelId="{889E8F99-AD75-45BA-8341-9C92E9A29EB6}" type="pres">
      <dgm:prSet presAssocID="{8E41D8C9-D527-44A4-BB97-104DA8292AB9}" presName="hierRoot2" presStyleCnt="0">
        <dgm:presLayoutVars>
          <dgm:hierBranch/>
        </dgm:presLayoutVars>
      </dgm:prSet>
      <dgm:spPr/>
    </dgm:pt>
    <dgm:pt modelId="{B1E0855B-ACDC-4196-9AEC-2E7C6A977224}" type="pres">
      <dgm:prSet presAssocID="{8E41D8C9-D527-44A4-BB97-104DA8292AB9}" presName="rootComposite" presStyleCnt="0"/>
      <dgm:spPr/>
    </dgm:pt>
    <dgm:pt modelId="{3366A2E8-3F24-4834-98CA-1439ECC4ED4A}" type="pres">
      <dgm:prSet presAssocID="{8E41D8C9-D527-44A4-BB97-104DA8292AB9}" presName="rootText" presStyleLbl="node2" presStyleIdx="2" presStyleCnt="9">
        <dgm:presLayoutVars>
          <dgm:chPref val="3"/>
        </dgm:presLayoutVars>
      </dgm:prSet>
      <dgm:spPr/>
    </dgm:pt>
    <dgm:pt modelId="{CD49356A-8874-4206-BA8C-2B8941AB16E3}" type="pres">
      <dgm:prSet presAssocID="{8E41D8C9-D527-44A4-BB97-104DA8292AB9}" presName="rootConnector" presStyleLbl="node2" presStyleIdx="2" presStyleCnt="9"/>
      <dgm:spPr/>
    </dgm:pt>
    <dgm:pt modelId="{495785FB-64BC-4161-91E1-C547F650320A}" type="pres">
      <dgm:prSet presAssocID="{8E41D8C9-D527-44A4-BB97-104DA8292AB9}" presName="hierChild4" presStyleCnt="0"/>
      <dgm:spPr/>
    </dgm:pt>
    <dgm:pt modelId="{E6647ED1-E118-4050-A8CF-89A5B611BBDA}" type="pres">
      <dgm:prSet presAssocID="{F9103632-EE8B-429D-8537-4488B78D021A}" presName="Name35" presStyleLbl="parChTrans1D3" presStyleIdx="2" presStyleCnt="11"/>
      <dgm:spPr/>
    </dgm:pt>
    <dgm:pt modelId="{9BD29AE9-5292-4DD1-B6AD-3010B3A7D2A6}" type="pres">
      <dgm:prSet presAssocID="{73F7689F-0A6C-41CF-942F-2EEFB9D2C66B}" presName="hierRoot2" presStyleCnt="0">
        <dgm:presLayoutVars>
          <dgm:hierBranch/>
        </dgm:presLayoutVars>
      </dgm:prSet>
      <dgm:spPr/>
    </dgm:pt>
    <dgm:pt modelId="{B22DEBFB-5A0B-468F-8516-A4C6C5613D4F}" type="pres">
      <dgm:prSet presAssocID="{73F7689F-0A6C-41CF-942F-2EEFB9D2C66B}" presName="rootComposite" presStyleCnt="0"/>
      <dgm:spPr/>
    </dgm:pt>
    <dgm:pt modelId="{3209028E-6BE8-4A82-A8B4-2D20F1F8D810}" type="pres">
      <dgm:prSet presAssocID="{73F7689F-0A6C-41CF-942F-2EEFB9D2C66B}" presName="rootText" presStyleLbl="node3" presStyleIdx="2" presStyleCnt="11">
        <dgm:presLayoutVars>
          <dgm:chPref val="3"/>
        </dgm:presLayoutVars>
      </dgm:prSet>
      <dgm:spPr/>
    </dgm:pt>
    <dgm:pt modelId="{16102997-5ADA-4A0C-A44F-D086B8463712}" type="pres">
      <dgm:prSet presAssocID="{73F7689F-0A6C-41CF-942F-2EEFB9D2C66B}" presName="rootConnector" presStyleLbl="node3" presStyleIdx="2" presStyleCnt="11"/>
      <dgm:spPr/>
    </dgm:pt>
    <dgm:pt modelId="{A9B1E6EF-D8D0-4E7D-A136-7B99DE3FE1DC}" type="pres">
      <dgm:prSet presAssocID="{73F7689F-0A6C-41CF-942F-2EEFB9D2C66B}" presName="hierChild4" presStyleCnt="0"/>
      <dgm:spPr/>
    </dgm:pt>
    <dgm:pt modelId="{E8FAE149-1FB6-436B-871C-DF2B43B2B7DB}" type="pres">
      <dgm:prSet presAssocID="{E283B4D6-296C-4533-BCD0-5AD9FB1FA0B9}" presName="Name35" presStyleLbl="parChTrans1D4" presStyleIdx="7" presStyleCnt="18"/>
      <dgm:spPr/>
    </dgm:pt>
    <dgm:pt modelId="{D9A863A3-7188-469A-A810-B0531861A5AB}" type="pres">
      <dgm:prSet presAssocID="{C6BB261A-FBCB-4B20-92B3-C82356D63B96}" presName="hierRoot2" presStyleCnt="0">
        <dgm:presLayoutVars>
          <dgm:hierBranch/>
        </dgm:presLayoutVars>
      </dgm:prSet>
      <dgm:spPr/>
    </dgm:pt>
    <dgm:pt modelId="{912A96E0-07CD-4FD0-BECD-82D3451BE7A1}" type="pres">
      <dgm:prSet presAssocID="{C6BB261A-FBCB-4B20-92B3-C82356D63B96}" presName="rootComposite" presStyleCnt="0"/>
      <dgm:spPr/>
    </dgm:pt>
    <dgm:pt modelId="{60C2A81D-6CC7-4653-B361-321BB7BBB028}" type="pres">
      <dgm:prSet presAssocID="{C6BB261A-FBCB-4B20-92B3-C82356D63B96}" presName="rootText" presStyleLbl="node4" presStyleIdx="7" presStyleCnt="18">
        <dgm:presLayoutVars>
          <dgm:chPref val="3"/>
        </dgm:presLayoutVars>
      </dgm:prSet>
      <dgm:spPr/>
    </dgm:pt>
    <dgm:pt modelId="{E231D937-3C0A-49B8-A034-7151CBC3FDD4}" type="pres">
      <dgm:prSet presAssocID="{C6BB261A-FBCB-4B20-92B3-C82356D63B96}" presName="rootConnector" presStyleLbl="node4" presStyleIdx="7" presStyleCnt="18"/>
      <dgm:spPr/>
    </dgm:pt>
    <dgm:pt modelId="{222CE260-2843-48AF-A861-F48E061EAB58}" type="pres">
      <dgm:prSet presAssocID="{C6BB261A-FBCB-4B20-92B3-C82356D63B96}" presName="hierChild4" presStyleCnt="0"/>
      <dgm:spPr/>
    </dgm:pt>
    <dgm:pt modelId="{56B26F46-B95E-4123-B77E-716B64F1AB53}" type="pres">
      <dgm:prSet presAssocID="{C5182191-4A2D-4699-8F7D-EEE2EC94C08C}" presName="Name35" presStyleLbl="parChTrans1D4" presStyleIdx="8" presStyleCnt="18"/>
      <dgm:spPr/>
    </dgm:pt>
    <dgm:pt modelId="{337823AB-F8AB-4FC3-AC1B-34969BFCB486}" type="pres">
      <dgm:prSet presAssocID="{283D65BB-B26B-4FE0-A698-763DEE5E4D14}" presName="hierRoot2" presStyleCnt="0">
        <dgm:presLayoutVars>
          <dgm:hierBranch/>
        </dgm:presLayoutVars>
      </dgm:prSet>
      <dgm:spPr/>
    </dgm:pt>
    <dgm:pt modelId="{3A419682-104A-4B12-B4F1-E905D44CC527}" type="pres">
      <dgm:prSet presAssocID="{283D65BB-B26B-4FE0-A698-763DEE5E4D14}" presName="rootComposite" presStyleCnt="0"/>
      <dgm:spPr/>
    </dgm:pt>
    <dgm:pt modelId="{C93B9FFB-11E3-47CB-9831-28DA24319EA5}" type="pres">
      <dgm:prSet presAssocID="{283D65BB-B26B-4FE0-A698-763DEE5E4D14}" presName="rootText" presStyleLbl="node4" presStyleIdx="8" presStyleCnt="18">
        <dgm:presLayoutVars>
          <dgm:chPref val="3"/>
        </dgm:presLayoutVars>
      </dgm:prSet>
      <dgm:spPr/>
    </dgm:pt>
    <dgm:pt modelId="{BCD7F3CD-F995-434B-BA2E-A93D841E4333}" type="pres">
      <dgm:prSet presAssocID="{283D65BB-B26B-4FE0-A698-763DEE5E4D14}" presName="rootConnector" presStyleLbl="node4" presStyleIdx="8" presStyleCnt="18"/>
      <dgm:spPr/>
    </dgm:pt>
    <dgm:pt modelId="{8DB624FE-885B-417C-803E-F2E6BBB0606B}" type="pres">
      <dgm:prSet presAssocID="{283D65BB-B26B-4FE0-A698-763DEE5E4D14}" presName="hierChild4" presStyleCnt="0"/>
      <dgm:spPr/>
    </dgm:pt>
    <dgm:pt modelId="{B29E61E0-B3B6-4EC3-952B-020157180884}" type="pres">
      <dgm:prSet presAssocID="{283D65BB-B26B-4FE0-A698-763DEE5E4D14}" presName="hierChild5" presStyleCnt="0"/>
      <dgm:spPr/>
    </dgm:pt>
    <dgm:pt modelId="{D4E86F22-4BF4-40B3-8787-B91D8E37AC76}" type="pres">
      <dgm:prSet presAssocID="{C6BB261A-FBCB-4B20-92B3-C82356D63B96}" presName="hierChild5" presStyleCnt="0"/>
      <dgm:spPr/>
    </dgm:pt>
    <dgm:pt modelId="{2FE7C21B-E620-4A94-85D1-50419ADAB584}" type="pres">
      <dgm:prSet presAssocID="{73F7689F-0A6C-41CF-942F-2EEFB9D2C66B}" presName="hierChild5" presStyleCnt="0"/>
      <dgm:spPr/>
    </dgm:pt>
    <dgm:pt modelId="{BAA7F2CE-F321-4481-A77D-FF29E495278C}" type="pres">
      <dgm:prSet presAssocID="{8E41D8C9-D527-44A4-BB97-104DA8292AB9}" presName="hierChild5" presStyleCnt="0"/>
      <dgm:spPr/>
    </dgm:pt>
    <dgm:pt modelId="{0EB0B653-658A-4A3A-B154-0F548512F165}" type="pres">
      <dgm:prSet presAssocID="{225F5C04-DE8D-4186-985E-E283E75A8348}" presName="Name35" presStyleLbl="parChTrans1D2" presStyleIdx="3" presStyleCnt="10"/>
      <dgm:spPr/>
    </dgm:pt>
    <dgm:pt modelId="{33B1BA9F-958C-423A-A41F-A0C5682FF6D9}" type="pres">
      <dgm:prSet presAssocID="{1186679A-7A14-43A6-9BF3-80D6DC518AFA}" presName="hierRoot2" presStyleCnt="0">
        <dgm:presLayoutVars>
          <dgm:hierBranch/>
        </dgm:presLayoutVars>
      </dgm:prSet>
      <dgm:spPr/>
    </dgm:pt>
    <dgm:pt modelId="{87A33C06-F694-4CC0-BB09-4B5C3148DFD6}" type="pres">
      <dgm:prSet presAssocID="{1186679A-7A14-43A6-9BF3-80D6DC518AFA}" presName="rootComposite" presStyleCnt="0"/>
      <dgm:spPr/>
    </dgm:pt>
    <dgm:pt modelId="{F0FED5C7-0754-42EE-B5FF-F0B2856DC4A5}" type="pres">
      <dgm:prSet presAssocID="{1186679A-7A14-43A6-9BF3-80D6DC518AFA}" presName="rootText" presStyleLbl="node2" presStyleIdx="3" presStyleCnt="9">
        <dgm:presLayoutVars>
          <dgm:chPref val="3"/>
        </dgm:presLayoutVars>
      </dgm:prSet>
      <dgm:spPr/>
    </dgm:pt>
    <dgm:pt modelId="{1AE293C6-8FCF-40F4-AC6E-F30EA519A66D}" type="pres">
      <dgm:prSet presAssocID="{1186679A-7A14-43A6-9BF3-80D6DC518AFA}" presName="rootConnector" presStyleLbl="node2" presStyleIdx="3" presStyleCnt="9"/>
      <dgm:spPr/>
    </dgm:pt>
    <dgm:pt modelId="{5B4EB1EA-355C-42BB-A980-99FA9A42F7A7}" type="pres">
      <dgm:prSet presAssocID="{1186679A-7A14-43A6-9BF3-80D6DC518AFA}" presName="hierChild4" presStyleCnt="0"/>
      <dgm:spPr/>
    </dgm:pt>
    <dgm:pt modelId="{283BFB3B-80CB-418A-94FF-00D43FED2B67}" type="pres">
      <dgm:prSet presAssocID="{5E23DCA4-1F47-40DF-8AC7-95B6656249C7}" presName="Name35" presStyleLbl="parChTrans1D3" presStyleIdx="3" presStyleCnt="11"/>
      <dgm:spPr/>
    </dgm:pt>
    <dgm:pt modelId="{85EE3550-29D9-466B-812B-DD4D30C873DF}" type="pres">
      <dgm:prSet presAssocID="{03FB11A3-4757-4E78-8412-A992012C71FC}" presName="hierRoot2" presStyleCnt="0">
        <dgm:presLayoutVars>
          <dgm:hierBranch/>
        </dgm:presLayoutVars>
      </dgm:prSet>
      <dgm:spPr/>
    </dgm:pt>
    <dgm:pt modelId="{6375D917-28AB-4397-BAD0-EFDE6EE6215C}" type="pres">
      <dgm:prSet presAssocID="{03FB11A3-4757-4E78-8412-A992012C71FC}" presName="rootComposite" presStyleCnt="0"/>
      <dgm:spPr/>
    </dgm:pt>
    <dgm:pt modelId="{F55C97A7-710E-4A39-B69E-068ECC05B454}" type="pres">
      <dgm:prSet presAssocID="{03FB11A3-4757-4E78-8412-A992012C71FC}" presName="rootText" presStyleLbl="node3" presStyleIdx="3" presStyleCnt="11">
        <dgm:presLayoutVars>
          <dgm:chPref val="3"/>
        </dgm:presLayoutVars>
      </dgm:prSet>
      <dgm:spPr/>
    </dgm:pt>
    <dgm:pt modelId="{9FC9B6EA-06CD-459F-B813-656A47BF8B8B}" type="pres">
      <dgm:prSet presAssocID="{03FB11A3-4757-4E78-8412-A992012C71FC}" presName="rootConnector" presStyleLbl="node3" presStyleIdx="3" presStyleCnt="11"/>
      <dgm:spPr/>
    </dgm:pt>
    <dgm:pt modelId="{B8A6135D-4E57-4B42-9DD7-1262DF6E54D6}" type="pres">
      <dgm:prSet presAssocID="{03FB11A3-4757-4E78-8412-A992012C71FC}" presName="hierChild4" presStyleCnt="0"/>
      <dgm:spPr/>
    </dgm:pt>
    <dgm:pt modelId="{332D3A9B-4400-4B18-8294-921AAFC93269}" type="pres">
      <dgm:prSet presAssocID="{FCE7244A-266D-433D-AF40-D1227CC2F2A2}" presName="Name35" presStyleLbl="parChTrans1D4" presStyleIdx="9" presStyleCnt="18"/>
      <dgm:spPr/>
    </dgm:pt>
    <dgm:pt modelId="{2F8988D4-4B84-44BC-8FAF-6A7E264A91A5}" type="pres">
      <dgm:prSet presAssocID="{BC08C8E6-A1D7-4D5D-AA6F-FC31026A75D6}" presName="hierRoot2" presStyleCnt="0">
        <dgm:presLayoutVars>
          <dgm:hierBranch/>
        </dgm:presLayoutVars>
      </dgm:prSet>
      <dgm:spPr/>
    </dgm:pt>
    <dgm:pt modelId="{919D82B1-6517-4FBD-82A0-4187973609FE}" type="pres">
      <dgm:prSet presAssocID="{BC08C8E6-A1D7-4D5D-AA6F-FC31026A75D6}" presName="rootComposite" presStyleCnt="0"/>
      <dgm:spPr/>
    </dgm:pt>
    <dgm:pt modelId="{7168BE4B-64C7-4AB7-8577-FF3E7D690DCC}" type="pres">
      <dgm:prSet presAssocID="{BC08C8E6-A1D7-4D5D-AA6F-FC31026A75D6}" presName="rootText" presStyleLbl="node4" presStyleIdx="9" presStyleCnt="18">
        <dgm:presLayoutVars>
          <dgm:chPref val="3"/>
        </dgm:presLayoutVars>
      </dgm:prSet>
      <dgm:spPr/>
    </dgm:pt>
    <dgm:pt modelId="{822E8F94-1921-4CA9-8632-9CBC01757153}" type="pres">
      <dgm:prSet presAssocID="{BC08C8E6-A1D7-4D5D-AA6F-FC31026A75D6}" presName="rootConnector" presStyleLbl="node4" presStyleIdx="9" presStyleCnt="18"/>
      <dgm:spPr/>
    </dgm:pt>
    <dgm:pt modelId="{CCF200C7-3FBF-44AB-A9F9-1A2C3253573B}" type="pres">
      <dgm:prSet presAssocID="{BC08C8E6-A1D7-4D5D-AA6F-FC31026A75D6}" presName="hierChild4" presStyleCnt="0"/>
      <dgm:spPr/>
    </dgm:pt>
    <dgm:pt modelId="{D4F8C19B-391E-4940-846A-37DA5C35E7BF}" type="pres">
      <dgm:prSet presAssocID="{C86A5184-089D-4273-B9EC-91F6CFC5E78D}" presName="Name35" presStyleLbl="parChTrans1D4" presStyleIdx="10" presStyleCnt="18"/>
      <dgm:spPr/>
    </dgm:pt>
    <dgm:pt modelId="{C857C762-F200-4A2A-908B-4B0F9C149BB5}" type="pres">
      <dgm:prSet presAssocID="{18D2DD82-056D-4EBE-B11E-7E75384B4858}" presName="hierRoot2" presStyleCnt="0">
        <dgm:presLayoutVars>
          <dgm:hierBranch/>
        </dgm:presLayoutVars>
      </dgm:prSet>
      <dgm:spPr/>
    </dgm:pt>
    <dgm:pt modelId="{7C9FF2E8-C4B7-4572-877F-3E892EF37CFD}" type="pres">
      <dgm:prSet presAssocID="{18D2DD82-056D-4EBE-B11E-7E75384B4858}" presName="rootComposite" presStyleCnt="0"/>
      <dgm:spPr/>
    </dgm:pt>
    <dgm:pt modelId="{D198A6FA-8642-4CAD-A2DC-8B2453E544F0}" type="pres">
      <dgm:prSet presAssocID="{18D2DD82-056D-4EBE-B11E-7E75384B4858}" presName="rootText" presStyleLbl="node4" presStyleIdx="10" presStyleCnt="18">
        <dgm:presLayoutVars>
          <dgm:chPref val="3"/>
        </dgm:presLayoutVars>
      </dgm:prSet>
      <dgm:spPr/>
    </dgm:pt>
    <dgm:pt modelId="{0B45592E-2CA3-47AA-ADBE-E12DED6B5319}" type="pres">
      <dgm:prSet presAssocID="{18D2DD82-056D-4EBE-B11E-7E75384B4858}" presName="rootConnector" presStyleLbl="node4" presStyleIdx="10" presStyleCnt="18"/>
      <dgm:spPr/>
    </dgm:pt>
    <dgm:pt modelId="{9ACC18FF-8986-4C6B-8EA9-B725ACA718EB}" type="pres">
      <dgm:prSet presAssocID="{18D2DD82-056D-4EBE-B11E-7E75384B4858}" presName="hierChild4" presStyleCnt="0"/>
      <dgm:spPr/>
    </dgm:pt>
    <dgm:pt modelId="{4F890597-E4ED-425B-9E55-3A331451981C}" type="pres">
      <dgm:prSet presAssocID="{18D2DD82-056D-4EBE-B11E-7E75384B4858}" presName="hierChild5" presStyleCnt="0"/>
      <dgm:spPr/>
    </dgm:pt>
    <dgm:pt modelId="{4DBE6D2B-4C8F-4DCD-AE3C-DBB668C9EEE4}" type="pres">
      <dgm:prSet presAssocID="{BC08C8E6-A1D7-4D5D-AA6F-FC31026A75D6}" presName="hierChild5" presStyleCnt="0"/>
      <dgm:spPr/>
    </dgm:pt>
    <dgm:pt modelId="{AACFAADE-E2D5-4913-8E8F-E03DA0D9F9F3}" type="pres">
      <dgm:prSet presAssocID="{959B4883-7DF3-45C2-9F6E-65A088220ECC}" presName="Name35" presStyleLbl="parChTrans1D4" presStyleIdx="11" presStyleCnt="18"/>
      <dgm:spPr/>
    </dgm:pt>
    <dgm:pt modelId="{643E3915-DEFD-4E83-AD43-51F1A9A5DBD0}" type="pres">
      <dgm:prSet presAssocID="{39F976CE-29D0-4479-9D84-640F19EBA8EB}" presName="hierRoot2" presStyleCnt="0">
        <dgm:presLayoutVars>
          <dgm:hierBranch/>
        </dgm:presLayoutVars>
      </dgm:prSet>
      <dgm:spPr/>
    </dgm:pt>
    <dgm:pt modelId="{804C14AD-7277-4799-B974-F86847996035}" type="pres">
      <dgm:prSet presAssocID="{39F976CE-29D0-4479-9D84-640F19EBA8EB}" presName="rootComposite" presStyleCnt="0"/>
      <dgm:spPr/>
    </dgm:pt>
    <dgm:pt modelId="{27B6B416-8EE0-4B09-B21B-EC46483BE859}" type="pres">
      <dgm:prSet presAssocID="{39F976CE-29D0-4479-9D84-640F19EBA8EB}" presName="rootText" presStyleLbl="node4" presStyleIdx="11" presStyleCnt="18">
        <dgm:presLayoutVars>
          <dgm:chPref val="3"/>
        </dgm:presLayoutVars>
      </dgm:prSet>
      <dgm:spPr/>
    </dgm:pt>
    <dgm:pt modelId="{A5B238B4-84C3-4A79-8AC7-9264766F94ED}" type="pres">
      <dgm:prSet presAssocID="{39F976CE-29D0-4479-9D84-640F19EBA8EB}" presName="rootConnector" presStyleLbl="node4" presStyleIdx="11" presStyleCnt="18"/>
      <dgm:spPr/>
    </dgm:pt>
    <dgm:pt modelId="{F162CB1A-8565-4A7A-9442-338A637096AB}" type="pres">
      <dgm:prSet presAssocID="{39F976CE-29D0-4479-9D84-640F19EBA8EB}" presName="hierChild4" presStyleCnt="0"/>
      <dgm:spPr/>
    </dgm:pt>
    <dgm:pt modelId="{11ECC0BA-F03D-47BF-8AC1-3338D4F6514B}" type="pres">
      <dgm:prSet presAssocID="{39F976CE-29D0-4479-9D84-640F19EBA8EB}" presName="hierChild5" presStyleCnt="0"/>
      <dgm:spPr/>
    </dgm:pt>
    <dgm:pt modelId="{DAB3FC62-854C-4861-9CF6-841A3A3964C4}" type="pres">
      <dgm:prSet presAssocID="{03FB11A3-4757-4E78-8412-A992012C71FC}" presName="hierChild5" presStyleCnt="0"/>
      <dgm:spPr/>
    </dgm:pt>
    <dgm:pt modelId="{9DCBB7A6-D94E-4F54-8153-0B525F99DE36}" type="pres">
      <dgm:prSet presAssocID="{1186679A-7A14-43A6-9BF3-80D6DC518AFA}" presName="hierChild5" presStyleCnt="0"/>
      <dgm:spPr/>
    </dgm:pt>
    <dgm:pt modelId="{84F5AB07-0C39-4893-A920-57594158BD9B}" type="pres">
      <dgm:prSet presAssocID="{2AE341DD-28C9-4BE1-9ED4-351DA63116AD}" presName="Name35" presStyleLbl="parChTrans1D2" presStyleIdx="4" presStyleCnt="10"/>
      <dgm:spPr/>
    </dgm:pt>
    <dgm:pt modelId="{93A1A191-3A65-445F-BB8A-F6F6BD116339}" type="pres">
      <dgm:prSet presAssocID="{DF42C8C3-2B71-4408-9635-7793949E7155}" presName="hierRoot2" presStyleCnt="0">
        <dgm:presLayoutVars>
          <dgm:hierBranch/>
        </dgm:presLayoutVars>
      </dgm:prSet>
      <dgm:spPr/>
    </dgm:pt>
    <dgm:pt modelId="{6BF9E2DC-DE2B-4B03-A833-4391A145053E}" type="pres">
      <dgm:prSet presAssocID="{DF42C8C3-2B71-4408-9635-7793949E7155}" presName="rootComposite" presStyleCnt="0"/>
      <dgm:spPr/>
    </dgm:pt>
    <dgm:pt modelId="{604794B7-911B-4637-A00F-301CDA89790B}" type="pres">
      <dgm:prSet presAssocID="{DF42C8C3-2B71-4408-9635-7793949E7155}" presName="rootText" presStyleLbl="node2" presStyleIdx="4" presStyleCnt="9">
        <dgm:presLayoutVars>
          <dgm:chPref val="3"/>
        </dgm:presLayoutVars>
      </dgm:prSet>
      <dgm:spPr/>
    </dgm:pt>
    <dgm:pt modelId="{8CA0E559-19EF-4516-B485-EE102A880AB3}" type="pres">
      <dgm:prSet presAssocID="{DF42C8C3-2B71-4408-9635-7793949E7155}" presName="rootConnector" presStyleLbl="node2" presStyleIdx="4" presStyleCnt="9"/>
      <dgm:spPr/>
    </dgm:pt>
    <dgm:pt modelId="{BE820D91-CF89-46A1-AA4A-60676AF77DE6}" type="pres">
      <dgm:prSet presAssocID="{DF42C8C3-2B71-4408-9635-7793949E7155}" presName="hierChild4" presStyleCnt="0"/>
      <dgm:spPr/>
    </dgm:pt>
    <dgm:pt modelId="{D47A8E27-B674-4AFA-88D7-7C7BC95CCC14}" type="pres">
      <dgm:prSet presAssocID="{438B3732-FB2A-4974-957F-5B0E5E4C3AAD}" presName="Name35" presStyleLbl="parChTrans1D3" presStyleIdx="4" presStyleCnt="11"/>
      <dgm:spPr/>
    </dgm:pt>
    <dgm:pt modelId="{04434000-6051-4246-9764-439545984B76}" type="pres">
      <dgm:prSet presAssocID="{8598B5BE-4887-48FB-8469-7DD399DF155C}" presName="hierRoot2" presStyleCnt="0">
        <dgm:presLayoutVars>
          <dgm:hierBranch/>
        </dgm:presLayoutVars>
      </dgm:prSet>
      <dgm:spPr/>
    </dgm:pt>
    <dgm:pt modelId="{15DD0D65-D348-464D-AFDE-6320D9A0E372}" type="pres">
      <dgm:prSet presAssocID="{8598B5BE-4887-48FB-8469-7DD399DF155C}" presName="rootComposite" presStyleCnt="0"/>
      <dgm:spPr/>
    </dgm:pt>
    <dgm:pt modelId="{FE31FBB8-3D0F-4538-8ED8-313A09E3AFEF}" type="pres">
      <dgm:prSet presAssocID="{8598B5BE-4887-48FB-8469-7DD399DF155C}" presName="rootText" presStyleLbl="node3" presStyleIdx="4" presStyleCnt="11">
        <dgm:presLayoutVars>
          <dgm:chPref val="3"/>
        </dgm:presLayoutVars>
      </dgm:prSet>
      <dgm:spPr/>
    </dgm:pt>
    <dgm:pt modelId="{54EC11D4-CC7A-44F3-A05E-5EC8FD3F544E}" type="pres">
      <dgm:prSet presAssocID="{8598B5BE-4887-48FB-8469-7DD399DF155C}" presName="rootConnector" presStyleLbl="node3" presStyleIdx="4" presStyleCnt="11"/>
      <dgm:spPr/>
    </dgm:pt>
    <dgm:pt modelId="{72DA3676-D2F5-4639-B348-B370AFF31983}" type="pres">
      <dgm:prSet presAssocID="{8598B5BE-4887-48FB-8469-7DD399DF155C}" presName="hierChild4" presStyleCnt="0"/>
      <dgm:spPr/>
    </dgm:pt>
    <dgm:pt modelId="{0C9F4EBF-C3FD-4202-A3A1-21F9BB3AB0DC}" type="pres">
      <dgm:prSet presAssocID="{9465EA84-E17E-4955-9B52-5BB9191C7A60}" presName="Name35" presStyleLbl="parChTrans1D4" presStyleIdx="12" presStyleCnt="18"/>
      <dgm:spPr/>
    </dgm:pt>
    <dgm:pt modelId="{92D5826C-1A2D-4428-A272-A5DC3049F220}" type="pres">
      <dgm:prSet presAssocID="{4C196FF5-6487-4BDD-B90F-5CF193E77BE1}" presName="hierRoot2" presStyleCnt="0">
        <dgm:presLayoutVars>
          <dgm:hierBranch/>
        </dgm:presLayoutVars>
      </dgm:prSet>
      <dgm:spPr/>
    </dgm:pt>
    <dgm:pt modelId="{2227EEA7-687F-42AE-90EC-EEFE317A5A04}" type="pres">
      <dgm:prSet presAssocID="{4C196FF5-6487-4BDD-B90F-5CF193E77BE1}" presName="rootComposite" presStyleCnt="0"/>
      <dgm:spPr/>
    </dgm:pt>
    <dgm:pt modelId="{68217BAE-E404-4FFA-BAD5-0813D8F3CC68}" type="pres">
      <dgm:prSet presAssocID="{4C196FF5-6487-4BDD-B90F-5CF193E77BE1}" presName="rootText" presStyleLbl="node4" presStyleIdx="12" presStyleCnt="18">
        <dgm:presLayoutVars>
          <dgm:chPref val="3"/>
        </dgm:presLayoutVars>
      </dgm:prSet>
      <dgm:spPr/>
    </dgm:pt>
    <dgm:pt modelId="{04CBB25B-A0DD-4BFC-A636-F55C540E3406}" type="pres">
      <dgm:prSet presAssocID="{4C196FF5-6487-4BDD-B90F-5CF193E77BE1}" presName="rootConnector" presStyleLbl="node4" presStyleIdx="12" presStyleCnt="18"/>
      <dgm:spPr/>
    </dgm:pt>
    <dgm:pt modelId="{C2E09303-B827-42F8-80FC-DFB8FAFA074A}" type="pres">
      <dgm:prSet presAssocID="{4C196FF5-6487-4BDD-B90F-5CF193E77BE1}" presName="hierChild4" presStyleCnt="0"/>
      <dgm:spPr/>
    </dgm:pt>
    <dgm:pt modelId="{E623131C-0DEA-4D09-8BB7-6032B894D86B}" type="pres">
      <dgm:prSet presAssocID="{2C28DC86-2B4C-4614-ABBF-8A50823AE95E}" presName="Name35" presStyleLbl="parChTrans1D4" presStyleIdx="13" presStyleCnt="18"/>
      <dgm:spPr/>
    </dgm:pt>
    <dgm:pt modelId="{2434B98E-1D5F-49E6-B24A-89C37CEE1F74}" type="pres">
      <dgm:prSet presAssocID="{08BD73F4-05C2-48C0-ACCB-90040FFBF8BD}" presName="hierRoot2" presStyleCnt="0">
        <dgm:presLayoutVars>
          <dgm:hierBranch/>
        </dgm:presLayoutVars>
      </dgm:prSet>
      <dgm:spPr/>
    </dgm:pt>
    <dgm:pt modelId="{D7C3AEE7-2266-45CC-AF83-71C36FB58BA7}" type="pres">
      <dgm:prSet presAssocID="{08BD73F4-05C2-48C0-ACCB-90040FFBF8BD}" presName="rootComposite" presStyleCnt="0"/>
      <dgm:spPr/>
    </dgm:pt>
    <dgm:pt modelId="{DA377761-4971-460D-919E-F63FCD1B7AC5}" type="pres">
      <dgm:prSet presAssocID="{08BD73F4-05C2-48C0-ACCB-90040FFBF8BD}" presName="rootText" presStyleLbl="node4" presStyleIdx="13" presStyleCnt="18">
        <dgm:presLayoutVars>
          <dgm:chPref val="3"/>
        </dgm:presLayoutVars>
      </dgm:prSet>
      <dgm:spPr/>
    </dgm:pt>
    <dgm:pt modelId="{6C217B5B-B8F1-4774-8F7D-7B86F828B220}" type="pres">
      <dgm:prSet presAssocID="{08BD73F4-05C2-48C0-ACCB-90040FFBF8BD}" presName="rootConnector" presStyleLbl="node4" presStyleIdx="13" presStyleCnt="18"/>
      <dgm:spPr/>
    </dgm:pt>
    <dgm:pt modelId="{C7F6CA1A-483A-4D4B-9062-73DD7D1937C9}" type="pres">
      <dgm:prSet presAssocID="{08BD73F4-05C2-48C0-ACCB-90040FFBF8BD}" presName="hierChild4" presStyleCnt="0"/>
      <dgm:spPr/>
    </dgm:pt>
    <dgm:pt modelId="{513D57A5-80F7-41E6-9988-CA84F1F5A558}" type="pres">
      <dgm:prSet presAssocID="{08BD73F4-05C2-48C0-ACCB-90040FFBF8BD}" presName="hierChild5" presStyleCnt="0"/>
      <dgm:spPr/>
    </dgm:pt>
    <dgm:pt modelId="{2B51B52D-51C4-47A4-B645-B1936B02492A}" type="pres">
      <dgm:prSet presAssocID="{4C196FF5-6487-4BDD-B90F-5CF193E77BE1}" presName="hierChild5" presStyleCnt="0"/>
      <dgm:spPr/>
    </dgm:pt>
    <dgm:pt modelId="{42BE3D76-AC41-49E6-A1DD-84F7DD73E4A1}" type="pres">
      <dgm:prSet presAssocID="{8598B5BE-4887-48FB-8469-7DD399DF155C}" presName="hierChild5" presStyleCnt="0"/>
      <dgm:spPr/>
    </dgm:pt>
    <dgm:pt modelId="{474F98C6-589C-43BE-9DA7-E7C87E608D83}" type="pres">
      <dgm:prSet presAssocID="{DF42C8C3-2B71-4408-9635-7793949E7155}" presName="hierChild5" presStyleCnt="0"/>
      <dgm:spPr/>
    </dgm:pt>
    <dgm:pt modelId="{9A50FAD9-E074-44FA-81C7-C034E961CDEC}" type="pres">
      <dgm:prSet presAssocID="{C4736689-808C-493C-9B9B-904A75ED3291}" presName="Name35" presStyleLbl="parChTrans1D2" presStyleIdx="5" presStyleCnt="10"/>
      <dgm:spPr/>
    </dgm:pt>
    <dgm:pt modelId="{128062DC-5515-4C9C-AEE0-F313874E8086}" type="pres">
      <dgm:prSet presAssocID="{8CAA95D5-0DFF-496F-A84D-E49DC4B1D01C}" presName="hierRoot2" presStyleCnt="0">
        <dgm:presLayoutVars>
          <dgm:hierBranch/>
        </dgm:presLayoutVars>
      </dgm:prSet>
      <dgm:spPr/>
    </dgm:pt>
    <dgm:pt modelId="{1973F2EB-914C-44A8-B043-32342A1C9765}" type="pres">
      <dgm:prSet presAssocID="{8CAA95D5-0DFF-496F-A84D-E49DC4B1D01C}" presName="rootComposite" presStyleCnt="0"/>
      <dgm:spPr/>
    </dgm:pt>
    <dgm:pt modelId="{75405E9A-3838-4CD3-BE51-AA8E5E0381E2}" type="pres">
      <dgm:prSet presAssocID="{8CAA95D5-0DFF-496F-A84D-E49DC4B1D01C}" presName="rootText" presStyleLbl="node2" presStyleIdx="5" presStyleCnt="9">
        <dgm:presLayoutVars>
          <dgm:chPref val="3"/>
        </dgm:presLayoutVars>
      </dgm:prSet>
      <dgm:spPr/>
    </dgm:pt>
    <dgm:pt modelId="{E918C54D-94A7-4CC9-B37B-FBEC709E79ED}" type="pres">
      <dgm:prSet presAssocID="{8CAA95D5-0DFF-496F-A84D-E49DC4B1D01C}" presName="rootConnector" presStyleLbl="node2" presStyleIdx="5" presStyleCnt="9"/>
      <dgm:spPr/>
    </dgm:pt>
    <dgm:pt modelId="{68426905-0032-4C60-A998-383282275335}" type="pres">
      <dgm:prSet presAssocID="{8CAA95D5-0DFF-496F-A84D-E49DC4B1D01C}" presName="hierChild4" presStyleCnt="0"/>
      <dgm:spPr/>
    </dgm:pt>
    <dgm:pt modelId="{EC1A36B2-1AAE-4283-B4A4-310FA0FF9F60}" type="pres">
      <dgm:prSet presAssocID="{555A4E47-604B-4B72-9EC2-F992F13C825F}" presName="Name35" presStyleLbl="parChTrans1D3" presStyleIdx="5" presStyleCnt="11"/>
      <dgm:spPr/>
    </dgm:pt>
    <dgm:pt modelId="{D3907750-77D0-4EB3-9545-CA85E584F9D0}" type="pres">
      <dgm:prSet presAssocID="{8C198A3F-6CF6-4D2D-94F3-7EB6242173D6}" presName="hierRoot2" presStyleCnt="0">
        <dgm:presLayoutVars>
          <dgm:hierBranch/>
        </dgm:presLayoutVars>
      </dgm:prSet>
      <dgm:spPr/>
    </dgm:pt>
    <dgm:pt modelId="{D9FA148E-1794-48FA-AABF-FCBB98B1DA6A}" type="pres">
      <dgm:prSet presAssocID="{8C198A3F-6CF6-4D2D-94F3-7EB6242173D6}" presName="rootComposite" presStyleCnt="0"/>
      <dgm:spPr/>
    </dgm:pt>
    <dgm:pt modelId="{CA03923B-2F30-44AB-A63E-E38D0B5BB9C5}" type="pres">
      <dgm:prSet presAssocID="{8C198A3F-6CF6-4D2D-94F3-7EB6242173D6}" presName="rootText" presStyleLbl="node3" presStyleIdx="5" presStyleCnt="11">
        <dgm:presLayoutVars>
          <dgm:chPref val="3"/>
        </dgm:presLayoutVars>
      </dgm:prSet>
      <dgm:spPr/>
    </dgm:pt>
    <dgm:pt modelId="{FA023AC4-EC83-427B-8DC0-C093368C6A47}" type="pres">
      <dgm:prSet presAssocID="{8C198A3F-6CF6-4D2D-94F3-7EB6242173D6}" presName="rootConnector" presStyleLbl="node3" presStyleIdx="5" presStyleCnt="11"/>
      <dgm:spPr/>
    </dgm:pt>
    <dgm:pt modelId="{80E27C16-AB4E-4667-908B-1667273C28A4}" type="pres">
      <dgm:prSet presAssocID="{8C198A3F-6CF6-4D2D-94F3-7EB6242173D6}" presName="hierChild4" presStyleCnt="0"/>
      <dgm:spPr/>
    </dgm:pt>
    <dgm:pt modelId="{ADCD1108-11A5-468C-9ABF-C1942A0AE05B}" type="pres">
      <dgm:prSet presAssocID="{4A5A515F-0289-4F4B-8E5E-6ABC1B9E4E3C}" presName="Name35" presStyleLbl="parChTrans1D4" presStyleIdx="14" presStyleCnt="18"/>
      <dgm:spPr/>
    </dgm:pt>
    <dgm:pt modelId="{00727E20-3347-4CB4-83D7-7811098FC199}" type="pres">
      <dgm:prSet presAssocID="{FC2143C2-7177-4866-BCE0-0ECC7507B88B}" presName="hierRoot2" presStyleCnt="0">
        <dgm:presLayoutVars>
          <dgm:hierBranch/>
        </dgm:presLayoutVars>
      </dgm:prSet>
      <dgm:spPr/>
    </dgm:pt>
    <dgm:pt modelId="{56E438F9-8460-401E-A6C6-2608A6CE9140}" type="pres">
      <dgm:prSet presAssocID="{FC2143C2-7177-4866-BCE0-0ECC7507B88B}" presName="rootComposite" presStyleCnt="0"/>
      <dgm:spPr/>
    </dgm:pt>
    <dgm:pt modelId="{456459B5-ADE4-40B3-B663-8B2A49B9045E}" type="pres">
      <dgm:prSet presAssocID="{FC2143C2-7177-4866-BCE0-0ECC7507B88B}" presName="rootText" presStyleLbl="node4" presStyleIdx="14" presStyleCnt="18">
        <dgm:presLayoutVars>
          <dgm:chPref val="3"/>
        </dgm:presLayoutVars>
      </dgm:prSet>
      <dgm:spPr/>
    </dgm:pt>
    <dgm:pt modelId="{B7BF15B9-C41E-4B61-ABBB-D6B31AAB146D}" type="pres">
      <dgm:prSet presAssocID="{FC2143C2-7177-4866-BCE0-0ECC7507B88B}" presName="rootConnector" presStyleLbl="node4" presStyleIdx="14" presStyleCnt="18"/>
      <dgm:spPr/>
    </dgm:pt>
    <dgm:pt modelId="{86EE01DE-2C6A-47DB-B24E-2B0E8423B77D}" type="pres">
      <dgm:prSet presAssocID="{FC2143C2-7177-4866-BCE0-0ECC7507B88B}" presName="hierChild4" presStyleCnt="0"/>
      <dgm:spPr/>
    </dgm:pt>
    <dgm:pt modelId="{C539397B-7E98-4507-A50D-FC9064DAFA7D}" type="pres">
      <dgm:prSet presAssocID="{FC2143C2-7177-4866-BCE0-0ECC7507B88B}" presName="hierChild5" presStyleCnt="0"/>
      <dgm:spPr/>
    </dgm:pt>
    <dgm:pt modelId="{7555BE4B-7D36-4C19-8F73-8338182F52CB}" type="pres">
      <dgm:prSet presAssocID="{8C198A3F-6CF6-4D2D-94F3-7EB6242173D6}" presName="hierChild5" presStyleCnt="0"/>
      <dgm:spPr/>
    </dgm:pt>
    <dgm:pt modelId="{C4418738-63D6-43AD-94A5-743C0438535A}" type="pres">
      <dgm:prSet presAssocID="{8CAA95D5-0DFF-496F-A84D-E49DC4B1D01C}" presName="hierChild5" presStyleCnt="0"/>
      <dgm:spPr/>
    </dgm:pt>
    <dgm:pt modelId="{BD036290-BE8B-4F01-AF83-173967736EBE}" type="pres">
      <dgm:prSet presAssocID="{143B60AE-7C0D-4361-BC46-1CA03EB467AE}" presName="Name35" presStyleLbl="parChTrans1D2" presStyleIdx="6" presStyleCnt="10"/>
      <dgm:spPr/>
    </dgm:pt>
    <dgm:pt modelId="{8BFED4A9-A4D0-41F4-AE57-0F1297E0C356}" type="pres">
      <dgm:prSet presAssocID="{780E98D6-78AB-47B8-B9F8-C3EE48FABC6C}" presName="hierRoot2" presStyleCnt="0">
        <dgm:presLayoutVars>
          <dgm:hierBranch/>
        </dgm:presLayoutVars>
      </dgm:prSet>
      <dgm:spPr/>
    </dgm:pt>
    <dgm:pt modelId="{27D4370E-F9F3-43C6-A094-92036580F01E}" type="pres">
      <dgm:prSet presAssocID="{780E98D6-78AB-47B8-B9F8-C3EE48FABC6C}" presName="rootComposite" presStyleCnt="0"/>
      <dgm:spPr/>
    </dgm:pt>
    <dgm:pt modelId="{DEAAA468-9640-4126-A86A-267B0BC10FDF}" type="pres">
      <dgm:prSet presAssocID="{780E98D6-78AB-47B8-B9F8-C3EE48FABC6C}" presName="rootText" presStyleLbl="node2" presStyleIdx="6" presStyleCnt="9">
        <dgm:presLayoutVars>
          <dgm:chPref val="3"/>
        </dgm:presLayoutVars>
      </dgm:prSet>
      <dgm:spPr/>
    </dgm:pt>
    <dgm:pt modelId="{CEDAC15F-7FF2-43BD-8DF2-3E1635403B65}" type="pres">
      <dgm:prSet presAssocID="{780E98D6-78AB-47B8-B9F8-C3EE48FABC6C}" presName="rootConnector" presStyleLbl="node2" presStyleIdx="6" presStyleCnt="9"/>
      <dgm:spPr/>
    </dgm:pt>
    <dgm:pt modelId="{B63C84F0-E6D0-4F72-A6CD-96E4C8D51719}" type="pres">
      <dgm:prSet presAssocID="{780E98D6-78AB-47B8-B9F8-C3EE48FABC6C}" presName="hierChild4" presStyleCnt="0"/>
      <dgm:spPr/>
    </dgm:pt>
    <dgm:pt modelId="{B68AE5B8-C78A-43F7-8ADD-3AA790B680FB}" type="pres">
      <dgm:prSet presAssocID="{8E209057-A9D5-4820-A5A9-B9FB5047C033}" presName="Name35" presStyleLbl="parChTrans1D3" presStyleIdx="6" presStyleCnt="11"/>
      <dgm:spPr/>
    </dgm:pt>
    <dgm:pt modelId="{4AAA1A16-7DD2-47CB-89BE-27572B7477D5}" type="pres">
      <dgm:prSet presAssocID="{E529793A-61AA-437F-A58E-4A3FAEBE60B9}" presName="hierRoot2" presStyleCnt="0">
        <dgm:presLayoutVars>
          <dgm:hierBranch/>
        </dgm:presLayoutVars>
      </dgm:prSet>
      <dgm:spPr/>
    </dgm:pt>
    <dgm:pt modelId="{ECFEFD04-40F9-416E-B5F4-FA58A01CAFA6}" type="pres">
      <dgm:prSet presAssocID="{E529793A-61AA-437F-A58E-4A3FAEBE60B9}" presName="rootComposite" presStyleCnt="0"/>
      <dgm:spPr/>
    </dgm:pt>
    <dgm:pt modelId="{32482A78-9353-4899-9BD0-B7A0B2F763AE}" type="pres">
      <dgm:prSet presAssocID="{E529793A-61AA-437F-A58E-4A3FAEBE60B9}" presName="rootText" presStyleLbl="node3" presStyleIdx="6" presStyleCnt="11">
        <dgm:presLayoutVars>
          <dgm:chPref val="3"/>
        </dgm:presLayoutVars>
      </dgm:prSet>
      <dgm:spPr/>
    </dgm:pt>
    <dgm:pt modelId="{3D032A54-B5DA-4032-8BE1-362DB37E23FD}" type="pres">
      <dgm:prSet presAssocID="{E529793A-61AA-437F-A58E-4A3FAEBE60B9}" presName="rootConnector" presStyleLbl="node3" presStyleIdx="6" presStyleCnt="11"/>
      <dgm:spPr/>
    </dgm:pt>
    <dgm:pt modelId="{B8D6903B-25A5-4F66-BF53-4F857DDCB490}" type="pres">
      <dgm:prSet presAssocID="{E529793A-61AA-437F-A58E-4A3FAEBE60B9}" presName="hierChild4" presStyleCnt="0"/>
      <dgm:spPr/>
    </dgm:pt>
    <dgm:pt modelId="{1FFE4459-04CD-44CC-8982-5CEB685EBC97}" type="pres">
      <dgm:prSet presAssocID="{3CBBABF4-AE58-4789-922F-5ADF2B7EA72D}" presName="Name35" presStyleLbl="parChTrans1D4" presStyleIdx="15" presStyleCnt="18"/>
      <dgm:spPr/>
    </dgm:pt>
    <dgm:pt modelId="{8BA5EFB3-F0CA-4C8D-A527-F6A8405CE6A2}" type="pres">
      <dgm:prSet presAssocID="{538639D0-EEDC-4F42-9DEF-648BC56196E9}" presName="hierRoot2" presStyleCnt="0">
        <dgm:presLayoutVars>
          <dgm:hierBranch/>
        </dgm:presLayoutVars>
      </dgm:prSet>
      <dgm:spPr/>
    </dgm:pt>
    <dgm:pt modelId="{92779C1C-054D-46B0-A056-D8A2D5E85D3B}" type="pres">
      <dgm:prSet presAssocID="{538639D0-EEDC-4F42-9DEF-648BC56196E9}" presName="rootComposite" presStyleCnt="0"/>
      <dgm:spPr/>
    </dgm:pt>
    <dgm:pt modelId="{842F3502-341B-4DC0-ABA4-3DF087EF38B6}" type="pres">
      <dgm:prSet presAssocID="{538639D0-EEDC-4F42-9DEF-648BC56196E9}" presName="rootText" presStyleLbl="node4" presStyleIdx="15" presStyleCnt="18">
        <dgm:presLayoutVars>
          <dgm:chPref val="3"/>
        </dgm:presLayoutVars>
      </dgm:prSet>
      <dgm:spPr/>
    </dgm:pt>
    <dgm:pt modelId="{0D7DCEBB-CE33-49E1-9B4B-BB3A8A435FE1}" type="pres">
      <dgm:prSet presAssocID="{538639D0-EEDC-4F42-9DEF-648BC56196E9}" presName="rootConnector" presStyleLbl="node4" presStyleIdx="15" presStyleCnt="18"/>
      <dgm:spPr/>
    </dgm:pt>
    <dgm:pt modelId="{FA208FED-388E-451B-994C-12CDD99CBDA4}" type="pres">
      <dgm:prSet presAssocID="{538639D0-EEDC-4F42-9DEF-648BC56196E9}" presName="hierChild4" presStyleCnt="0"/>
      <dgm:spPr/>
    </dgm:pt>
    <dgm:pt modelId="{689B626A-E270-43E2-937D-2C69209CBE7F}" type="pres">
      <dgm:prSet presAssocID="{BBBE8600-3576-46AB-8791-08CF7B209E48}" presName="Name35" presStyleLbl="parChTrans1D4" presStyleIdx="16" presStyleCnt="18"/>
      <dgm:spPr/>
    </dgm:pt>
    <dgm:pt modelId="{2C60D3A7-6C8E-4E10-A743-1315B0BD07F3}" type="pres">
      <dgm:prSet presAssocID="{9119C85D-1822-4846-BA2F-D36BA40E3090}" presName="hierRoot2" presStyleCnt="0">
        <dgm:presLayoutVars>
          <dgm:hierBranch/>
        </dgm:presLayoutVars>
      </dgm:prSet>
      <dgm:spPr/>
    </dgm:pt>
    <dgm:pt modelId="{63EF72A9-DF9D-4A46-B2A0-B4C9C6C6A41D}" type="pres">
      <dgm:prSet presAssocID="{9119C85D-1822-4846-BA2F-D36BA40E3090}" presName="rootComposite" presStyleCnt="0"/>
      <dgm:spPr/>
    </dgm:pt>
    <dgm:pt modelId="{23E0C35A-063C-447A-A5AE-9B4D037A8206}" type="pres">
      <dgm:prSet presAssocID="{9119C85D-1822-4846-BA2F-D36BA40E3090}" presName="rootText" presStyleLbl="node4" presStyleIdx="16" presStyleCnt="18">
        <dgm:presLayoutVars>
          <dgm:chPref val="3"/>
        </dgm:presLayoutVars>
      </dgm:prSet>
      <dgm:spPr/>
    </dgm:pt>
    <dgm:pt modelId="{1DE2E852-17A2-4AEF-A228-C6472406137C}" type="pres">
      <dgm:prSet presAssocID="{9119C85D-1822-4846-BA2F-D36BA40E3090}" presName="rootConnector" presStyleLbl="node4" presStyleIdx="16" presStyleCnt="18"/>
      <dgm:spPr/>
    </dgm:pt>
    <dgm:pt modelId="{C09E98DA-F383-4075-B19C-A7ACB42A9472}" type="pres">
      <dgm:prSet presAssocID="{9119C85D-1822-4846-BA2F-D36BA40E3090}" presName="hierChild4" presStyleCnt="0"/>
      <dgm:spPr/>
    </dgm:pt>
    <dgm:pt modelId="{1EB5B765-017C-4F36-8344-7D83C55C0664}" type="pres">
      <dgm:prSet presAssocID="{9119C85D-1822-4846-BA2F-D36BA40E3090}" presName="hierChild5" presStyleCnt="0"/>
      <dgm:spPr/>
    </dgm:pt>
    <dgm:pt modelId="{4A6984D4-BE9B-4E96-8571-694F2A051647}" type="pres">
      <dgm:prSet presAssocID="{B126AD05-00EC-426E-8E0F-C7914F9054B2}" presName="Name35" presStyleLbl="parChTrans1D4" presStyleIdx="17" presStyleCnt="18"/>
      <dgm:spPr/>
    </dgm:pt>
    <dgm:pt modelId="{A4F7BD6E-9B09-4EDF-AB9D-6817FDF9DFB9}" type="pres">
      <dgm:prSet presAssocID="{DDD0FAD1-9086-4354-A570-20EA91D5FA64}" presName="hierRoot2" presStyleCnt="0">
        <dgm:presLayoutVars>
          <dgm:hierBranch/>
        </dgm:presLayoutVars>
      </dgm:prSet>
      <dgm:spPr/>
    </dgm:pt>
    <dgm:pt modelId="{BFCFEFC0-0DAF-4E7B-ABCD-6A03EB3286F4}" type="pres">
      <dgm:prSet presAssocID="{DDD0FAD1-9086-4354-A570-20EA91D5FA64}" presName="rootComposite" presStyleCnt="0"/>
      <dgm:spPr/>
    </dgm:pt>
    <dgm:pt modelId="{977EC86E-E076-4F30-BB16-B3AED5A296F7}" type="pres">
      <dgm:prSet presAssocID="{DDD0FAD1-9086-4354-A570-20EA91D5FA64}" presName="rootText" presStyleLbl="node4" presStyleIdx="17" presStyleCnt="18">
        <dgm:presLayoutVars>
          <dgm:chPref val="3"/>
        </dgm:presLayoutVars>
      </dgm:prSet>
      <dgm:spPr/>
    </dgm:pt>
    <dgm:pt modelId="{24701AEA-F3D3-457E-95C7-8D73B24A2088}" type="pres">
      <dgm:prSet presAssocID="{DDD0FAD1-9086-4354-A570-20EA91D5FA64}" presName="rootConnector" presStyleLbl="node4" presStyleIdx="17" presStyleCnt="18"/>
      <dgm:spPr/>
    </dgm:pt>
    <dgm:pt modelId="{662F7805-B3DE-42B6-9EB6-9D0E373A80FE}" type="pres">
      <dgm:prSet presAssocID="{DDD0FAD1-9086-4354-A570-20EA91D5FA64}" presName="hierChild4" presStyleCnt="0"/>
      <dgm:spPr/>
    </dgm:pt>
    <dgm:pt modelId="{616C4955-FABC-4804-AFD4-28E67B2E8065}" type="pres">
      <dgm:prSet presAssocID="{DDD0FAD1-9086-4354-A570-20EA91D5FA64}" presName="hierChild5" presStyleCnt="0"/>
      <dgm:spPr/>
    </dgm:pt>
    <dgm:pt modelId="{7070576D-4602-4DCF-A047-5FBCCF671F9A}" type="pres">
      <dgm:prSet presAssocID="{538639D0-EEDC-4F42-9DEF-648BC56196E9}" presName="hierChild5" presStyleCnt="0"/>
      <dgm:spPr/>
    </dgm:pt>
    <dgm:pt modelId="{027B58B6-9B2F-4B9B-A080-15A1B31D1855}" type="pres">
      <dgm:prSet presAssocID="{E529793A-61AA-437F-A58E-4A3FAEBE60B9}" presName="hierChild5" presStyleCnt="0"/>
      <dgm:spPr/>
    </dgm:pt>
    <dgm:pt modelId="{E463E567-60AE-446F-BF30-DB152FE353BE}" type="pres">
      <dgm:prSet presAssocID="{780E98D6-78AB-47B8-B9F8-C3EE48FABC6C}" presName="hierChild5" presStyleCnt="0"/>
      <dgm:spPr/>
    </dgm:pt>
    <dgm:pt modelId="{FFD5AAD6-91F8-4C49-A7BB-6B693521A7B6}" type="pres">
      <dgm:prSet presAssocID="{FB5BCBF1-8612-4D40-8963-43B1EACB6525}" presName="Name35" presStyleLbl="parChTrans1D2" presStyleIdx="7" presStyleCnt="10"/>
      <dgm:spPr/>
    </dgm:pt>
    <dgm:pt modelId="{A28BB8A6-3658-4208-B084-BEAA8F6C38B8}" type="pres">
      <dgm:prSet presAssocID="{DFF5E0B2-5519-487D-9A4D-3B4425C7C97A}" presName="hierRoot2" presStyleCnt="0">
        <dgm:presLayoutVars>
          <dgm:hierBranch/>
        </dgm:presLayoutVars>
      </dgm:prSet>
      <dgm:spPr/>
    </dgm:pt>
    <dgm:pt modelId="{3CC891B2-BF98-4947-BEAD-BCF9928AA8B5}" type="pres">
      <dgm:prSet presAssocID="{DFF5E0B2-5519-487D-9A4D-3B4425C7C97A}" presName="rootComposite" presStyleCnt="0"/>
      <dgm:spPr/>
    </dgm:pt>
    <dgm:pt modelId="{64E148C8-5A3A-4895-941C-37CDEF058CA8}" type="pres">
      <dgm:prSet presAssocID="{DFF5E0B2-5519-487D-9A4D-3B4425C7C97A}" presName="rootText" presStyleLbl="node2" presStyleIdx="7" presStyleCnt="9">
        <dgm:presLayoutVars>
          <dgm:chPref val="3"/>
        </dgm:presLayoutVars>
      </dgm:prSet>
      <dgm:spPr/>
    </dgm:pt>
    <dgm:pt modelId="{FF12E030-4F9D-4306-8113-F1540E428ADC}" type="pres">
      <dgm:prSet presAssocID="{DFF5E0B2-5519-487D-9A4D-3B4425C7C97A}" presName="rootConnector" presStyleLbl="node2" presStyleIdx="7" presStyleCnt="9"/>
      <dgm:spPr/>
    </dgm:pt>
    <dgm:pt modelId="{3EC37061-326A-4C99-A32A-82F3E4FF8E39}" type="pres">
      <dgm:prSet presAssocID="{DFF5E0B2-5519-487D-9A4D-3B4425C7C97A}" presName="hierChild4" presStyleCnt="0"/>
      <dgm:spPr/>
    </dgm:pt>
    <dgm:pt modelId="{95217F92-5A85-4EA1-9191-588D9086AB9F}" type="pres">
      <dgm:prSet presAssocID="{75167CF1-62FA-4C73-B601-AFE61A85EDF9}" presName="Name35" presStyleLbl="parChTrans1D3" presStyleIdx="7" presStyleCnt="11"/>
      <dgm:spPr/>
    </dgm:pt>
    <dgm:pt modelId="{905A6219-6453-47AF-B406-41CBA33A8C4F}" type="pres">
      <dgm:prSet presAssocID="{B2248237-2B96-40FE-BB30-4ACF5FD187B6}" presName="hierRoot2" presStyleCnt="0">
        <dgm:presLayoutVars>
          <dgm:hierBranch/>
        </dgm:presLayoutVars>
      </dgm:prSet>
      <dgm:spPr/>
    </dgm:pt>
    <dgm:pt modelId="{4B83CF05-FBB8-4B0C-B33F-D5C62CD72394}" type="pres">
      <dgm:prSet presAssocID="{B2248237-2B96-40FE-BB30-4ACF5FD187B6}" presName="rootComposite" presStyleCnt="0"/>
      <dgm:spPr/>
    </dgm:pt>
    <dgm:pt modelId="{1A59AF9D-BD67-4141-AABC-B9AE01198721}" type="pres">
      <dgm:prSet presAssocID="{B2248237-2B96-40FE-BB30-4ACF5FD187B6}" presName="rootText" presStyleLbl="node3" presStyleIdx="7" presStyleCnt="11">
        <dgm:presLayoutVars>
          <dgm:chPref val="3"/>
        </dgm:presLayoutVars>
      </dgm:prSet>
      <dgm:spPr/>
    </dgm:pt>
    <dgm:pt modelId="{51848BB4-ECA6-4694-8CEF-D858183A2B9E}" type="pres">
      <dgm:prSet presAssocID="{B2248237-2B96-40FE-BB30-4ACF5FD187B6}" presName="rootConnector" presStyleLbl="node3" presStyleIdx="7" presStyleCnt="11"/>
      <dgm:spPr/>
    </dgm:pt>
    <dgm:pt modelId="{95D08304-D811-40FC-BB0D-FB2165B74368}" type="pres">
      <dgm:prSet presAssocID="{B2248237-2B96-40FE-BB30-4ACF5FD187B6}" presName="hierChild4" presStyleCnt="0"/>
      <dgm:spPr/>
    </dgm:pt>
    <dgm:pt modelId="{D608F7B4-5FE7-4ECB-8500-9F06AC246624}" type="pres">
      <dgm:prSet presAssocID="{B2248237-2B96-40FE-BB30-4ACF5FD187B6}" presName="hierChild5" presStyleCnt="0"/>
      <dgm:spPr/>
    </dgm:pt>
    <dgm:pt modelId="{F5A29582-03FD-4E61-872F-CF6CDF22C2EB}" type="pres">
      <dgm:prSet presAssocID="{D5FA641C-DA42-432E-9C0B-6E62ED42C251}" presName="Name35" presStyleLbl="parChTrans1D3" presStyleIdx="8" presStyleCnt="11"/>
      <dgm:spPr/>
    </dgm:pt>
    <dgm:pt modelId="{B9343A7C-72F0-46B2-AF31-45D0742A7EE3}" type="pres">
      <dgm:prSet presAssocID="{EFE1CD9D-2858-4A1A-9145-6A472F0FCF9E}" presName="hierRoot2" presStyleCnt="0">
        <dgm:presLayoutVars>
          <dgm:hierBranch/>
        </dgm:presLayoutVars>
      </dgm:prSet>
      <dgm:spPr/>
    </dgm:pt>
    <dgm:pt modelId="{FB3EA8BB-9902-49A3-A6EB-3258F33EEDC6}" type="pres">
      <dgm:prSet presAssocID="{EFE1CD9D-2858-4A1A-9145-6A472F0FCF9E}" presName="rootComposite" presStyleCnt="0"/>
      <dgm:spPr/>
    </dgm:pt>
    <dgm:pt modelId="{61F5DF98-D856-470B-9731-30304F93B349}" type="pres">
      <dgm:prSet presAssocID="{EFE1CD9D-2858-4A1A-9145-6A472F0FCF9E}" presName="rootText" presStyleLbl="node3" presStyleIdx="8" presStyleCnt="11">
        <dgm:presLayoutVars>
          <dgm:chPref val="3"/>
        </dgm:presLayoutVars>
      </dgm:prSet>
      <dgm:spPr/>
    </dgm:pt>
    <dgm:pt modelId="{82B153B9-A128-41A5-A704-1C0EFF2EDF33}" type="pres">
      <dgm:prSet presAssocID="{EFE1CD9D-2858-4A1A-9145-6A472F0FCF9E}" presName="rootConnector" presStyleLbl="node3" presStyleIdx="8" presStyleCnt="11"/>
      <dgm:spPr/>
    </dgm:pt>
    <dgm:pt modelId="{31EB70AD-D7DE-42F0-99C9-497F6F054051}" type="pres">
      <dgm:prSet presAssocID="{EFE1CD9D-2858-4A1A-9145-6A472F0FCF9E}" presName="hierChild4" presStyleCnt="0"/>
      <dgm:spPr/>
    </dgm:pt>
    <dgm:pt modelId="{88A4D6D2-FCCF-4BD6-B3F8-ED71B8F07027}" type="pres">
      <dgm:prSet presAssocID="{EFE1CD9D-2858-4A1A-9145-6A472F0FCF9E}" presName="hierChild5" presStyleCnt="0"/>
      <dgm:spPr/>
    </dgm:pt>
    <dgm:pt modelId="{76A717C6-5D68-4728-8EC4-72918901DD64}" type="pres">
      <dgm:prSet presAssocID="{F974990E-AA57-4166-92E4-3FA638074133}" presName="Name35" presStyleLbl="parChTrans1D3" presStyleIdx="9" presStyleCnt="11"/>
      <dgm:spPr/>
    </dgm:pt>
    <dgm:pt modelId="{6CFC717D-372F-49DD-B4D4-B2CC819463C1}" type="pres">
      <dgm:prSet presAssocID="{550E5FA8-F911-42DF-9BB9-E13934C043AD}" presName="hierRoot2" presStyleCnt="0">
        <dgm:presLayoutVars>
          <dgm:hierBranch/>
        </dgm:presLayoutVars>
      </dgm:prSet>
      <dgm:spPr/>
    </dgm:pt>
    <dgm:pt modelId="{D09871A9-7C8B-4FA4-AFD1-AA54CEE781B0}" type="pres">
      <dgm:prSet presAssocID="{550E5FA8-F911-42DF-9BB9-E13934C043AD}" presName="rootComposite" presStyleCnt="0"/>
      <dgm:spPr/>
    </dgm:pt>
    <dgm:pt modelId="{D86F68BB-1C25-4CAB-9CB5-AD99ED1F9DE5}" type="pres">
      <dgm:prSet presAssocID="{550E5FA8-F911-42DF-9BB9-E13934C043AD}" presName="rootText" presStyleLbl="node3" presStyleIdx="9" presStyleCnt="11">
        <dgm:presLayoutVars>
          <dgm:chPref val="3"/>
        </dgm:presLayoutVars>
      </dgm:prSet>
      <dgm:spPr/>
    </dgm:pt>
    <dgm:pt modelId="{0B91E842-9947-49F4-B3D4-8D1114B77A65}" type="pres">
      <dgm:prSet presAssocID="{550E5FA8-F911-42DF-9BB9-E13934C043AD}" presName="rootConnector" presStyleLbl="node3" presStyleIdx="9" presStyleCnt="11"/>
      <dgm:spPr/>
    </dgm:pt>
    <dgm:pt modelId="{83E1E534-E297-4D5A-8489-6BA9C98107EC}" type="pres">
      <dgm:prSet presAssocID="{550E5FA8-F911-42DF-9BB9-E13934C043AD}" presName="hierChild4" presStyleCnt="0"/>
      <dgm:spPr/>
    </dgm:pt>
    <dgm:pt modelId="{F0CA2DA4-262F-40E3-8DC5-95AFD56D1437}" type="pres">
      <dgm:prSet presAssocID="{550E5FA8-F911-42DF-9BB9-E13934C043AD}" presName="hierChild5" presStyleCnt="0"/>
      <dgm:spPr/>
    </dgm:pt>
    <dgm:pt modelId="{79F51095-5FDE-449D-B68F-FA630344A562}" type="pres">
      <dgm:prSet presAssocID="{DFF5E0B2-5519-487D-9A4D-3B4425C7C97A}" presName="hierChild5" presStyleCnt="0"/>
      <dgm:spPr/>
    </dgm:pt>
    <dgm:pt modelId="{A6598E5F-06F9-4B3D-8495-067BEB4E139F}" type="pres">
      <dgm:prSet presAssocID="{2A5AD12C-E104-425B-BCEA-987A7D3A10A6}" presName="Name35" presStyleLbl="parChTrans1D2" presStyleIdx="8" presStyleCnt="10"/>
      <dgm:spPr/>
    </dgm:pt>
    <dgm:pt modelId="{780497F5-C153-45F9-A942-83AE299F0382}" type="pres">
      <dgm:prSet presAssocID="{A70EE71E-9A57-4D8E-B1AA-1A75E19EA4E9}" presName="hierRoot2" presStyleCnt="0">
        <dgm:presLayoutVars>
          <dgm:hierBranch/>
        </dgm:presLayoutVars>
      </dgm:prSet>
      <dgm:spPr/>
    </dgm:pt>
    <dgm:pt modelId="{C1B08B78-F0DF-43BA-8C39-966273253375}" type="pres">
      <dgm:prSet presAssocID="{A70EE71E-9A57-4D8E-B1AA-1A75E19EA4E9}" presName="rootComposite" presStyleCnt="0"/>
      <dgm:spPr/>
    </dgm:pt>
    <dgm:pt modelId="{B6F60D23-954D-4811-A869-B96167E914D7}" type="pres">
      <dgm:prSet presAssocID="{A70EE71E-9A57-4D8E-B1AA-1A75E19EA4E9}" presName="rootText" presStyleLbl="node2" presStyleIdx="8" presStyleCnt="9">
        <dgm:presLayoutVars>
          <dgm:chPref val="3"/>
        </dgm:presLayoutVars>
      </dgm:prSet>
      <dgm:spPr/>
    </dgm:pt>
    <dgm:pt modelId="{FB253A71-11A3-4DE4-8282-135FB982D5C8}" type="pres">
      <dgm:prSet presAssocID="{A70EE71E-9A57-4D8E-B1AA-1A75E19EA4E9}" presName="rootConnector" presStyleLbl="node2" presStyleIdx="8" presStyleCnt="9"/>
      <dgm:spPr/>
    </dgm:pt>
    <dgm:pt modelId="{533A1793-DA84-49DD-BB3C-043214189D31}" type="pres">
      <dgm:prSet presAssocID="{A70EE71E-9A57-4D8E-B1AA-1A75E19EA4E9}" presName="hierChild4" presStyleCnt="0"/>
      <dgm:spPr/>
    </dgm:pt>
    <dgm:pt modelId="{0C78B7FF-EC89-4181-91D7-3E5984C1D92B}" type="pres">
      <dgm:prSet presAssocID="{53864CFA-2456-4420-A997-1CA252E044BE}" presName="Name35" presStyleLbl="parChTrans1D3" presStyleIdx="10" presStyleCnt="11"/>
      <dgm:spPr/>
    </dgm:pt>
    <dgm:pt modelId="{97F0E239-FE97-44C1-9AA4-52F996FDD5B2}" type="pres">
      <dgm:prSet presAssocID="{1D228C9B-F15D-4AA1-9D2C-E38CC2C0C949}" presName="hierRoot2" presStyleCnt="0">
        <dgm:presLayoutVars>
          <dgm:hierBranch/>
        </dgm:presLayoutVars>
      </dgm:prSet>
      <dgm:spPr/>
    </dgm:pt>
    <dgm:pt modelId="{E858AA4A-F726-4C16-B621-176CECAE08B0}" type="pres">
      <dgm:prSet presAssocID="{1D228C9B-F15D-4AA1-9D2C-E38CC2C0C949}" presName="rootComposite" presStyleCnt="0"/>
      <dgm:spPr/>
    </dgm:pt>
    <dgm:pt modelId="{98465B29-B2E6-4F78-8159-FD4BAFB41A5C}" type="pres">
      <dgm:prSet presAssocID="{1D228C9B-F15D-4AA1-9D2C-E38CC2C0C949}" presName="rootText" presStyleLbl="node3" presStyleIdx="10" presStyleCnt="11">
        <dgm:presLayoutVars>
          <dgm:chPref val="3"/>
        </dgm:presLayoutVars>
      </dgm:prSet>
      <dgm:spPr/>
    </dgm:pt>
    <dgm:pt modelId="{DD60D982-9FC0-41A0-A184-755FE0D2E514}" type="pres">
      <dgm:prSet presAssocID="{1D228C9B-F15D-4AA1-9D2C-E38CC2C0C949}" presName="rootConnector" presStyleLbl="node3" presStyleIdx="10" presStyleCnt="11"/>
      <dgm:spPr/>
    </dgm:pt>
    <dgm:pt modelId="{F54B5ECA-4D94-4C34-B8B3-151854108A4F}" type="pres">
      <dgm:prSet presAssocID="{1D228C9B-F15D-4AA1-9D2C-E38CC2C0C949}" presName="hierChild4" presStyleCnt="0"/>
      <dgm:spPr/>
    </dgm:pt>
    <dgm:pt modelId="{7AA629B6-7E3E-4BA0-91F9-90662A99983B}" type="pres">
      <dgm:prSet presAssocID="{1D228C9B-F15D-4AA1-9D2C-E38CC2C0C949}" presName="hierChild5" presStyleCnt="0"/>
      <dgm:spPr/>
    </dgm:pt>
    <dgm:pt modelId="{FF8593F6-B06B-46B6-9D74-24BE46986728}" type="pres">
      <dgm:prSet presAssocID="{A70EE71E-9A57-4D8E-B1AA-1A75E19EA4E9}" presName="hierChild5" presStyleCnt="0"/>
      <dgm:spPr/>
    </dgm:pt>
    <dgm:pt modelId="{11723739-63E6-4527-994E-7E2F29D04AE7}" type="pres">
      <dgm:prSet presAssocID="{73CDAA4C-6033-4886-BCB7-A101B8972E47}" presName="hierChild3" presStyleCnt="0"/>
      <dgm:spPr/>
    </dgm:pt>
    <dgm:pt modelId="{32205465-5B35-4CD5-B081-26287A775C6A}" type="pres">
      <dgm:prSet presAssocID="{92101DF7-4027-468C-8376-DE2D6D72CC2D}" presName="Name111" presStyleLbl="parChTrans1D2" presStyleIdx="9" presStyleCnt="10"/>
      <dgm:spPr/>
    </dgm:pt>
    <dgm:pt modelId="{C00D53AC-76A2-454A-AA04-14B936300C3E}" type="pres">
      <dgm:prSet presAssocID="{19C2F0D7-9734-4B57-850D-84849123EFCC}" presName="hierRoot3" presStyleCnt="0">
        <dgm:presLayoutVars>
          <dgm:hierBranch val="init"/>
        </dgm:presLayoutVars>
      </dgm:prSet>
      <dgm:spPr/>
    </dgm:pt>
    <dgm:pt modelId="{8360EDAB-F44A-4DD5-938A-82CBD10A80F0}" type="pres">
      <dgm:prSet presAssocID="{19C2F0D7-9734-4B57-850D-84849123EFCC}" presName="rootComposite3" presStyleCnt="0"/>
      <dgm:spPr/>
    </dgm:pt>
    <dgm:pt modelId="{73A7720E-DC29-43DC-8213-A307591E9089}" type="pres">
      <dgm:prSet presAssocID="{19C2F0D7-9734-4B57-850D-84849123EFCC}" presName="rootText3" presStyleLbl="asst1" presStyleIdx="0" presStyleCnt="1" custLinFactX="-4790" custLinFactY="-46024" custLinFactNeighborX="-100000" custLinFactNeighborY="-100000">
        <dgm:presLayoutVars>
          <dgm:chPref val="3"/>
        </dgm:presLayoutVars>
      </dgm:prSet>
      <dgm:spPr/>
    </dgm:pt>
    <dgm:pt modelId="{F96A2D58-87EA-4020-AC37-32AC3EC62B20}" type="pres">
      <dgm:prSet presAssocID="{19C2F0D7-9734-4B57-850D-84849123EFCC}" presName="rootConnector3" presStyleLbl="asst1" presStyleIdx="0" presStyleCnt="1"/>
      <dgm:spPr/>
    </dgm:pt>
    <dgm:pt modelId="{A8D5163E-67A5-4D9B-AE19-83EFF0377802}" type="pres">
      <dgm:prSet presAssocID="{19C2F0D7-9734-4B57-850D-84849123EFCC}" presName="hierChild6" presStyleCnt="0"/>
      <dgm:spPr/>
    </dgm:pt>
    <dgm:pt modelId="{58DD93FB-6C67-4BD9-93E5-8F28F62DB8B0}" type="pres">
      <dgm:prSet presAssocID="{19C2F0D7-9734-4B57-850D-84849123EFCC}" presName="hierChild7" presStyleCnt="0"/>
      <dgm:spPr/>
    </dgm:pt>
  </dgm:ptLst>
  <dgm:cxnLst>
    <dgm:cxn modelId="{756A1F06-FFF6-4835-A20C-F7738547EA82}" type="presOf" srcId="{A70EE71E-9A57-4D8E-B1AA-1A75E19EA4E9}" destId="{FB253A71-11A3-4DE4-8282-135FB982D5C8}" srcOrd="1" destOrd="0" presId="urn:microsoft.com/office/officeart/2005/8/layout/orgChart1"/>
    <dgm:cxn modelId="{27925709-30B3-4121-8B60-214B303F1E25}" type="presOf" srcId="{39F976CE-29D0-4479-9D84-640F19EBA8EB}" destId="{27B6B416-8EE0-4B09-B21B-EC46483BE859}" srcOrd="0" destOrd="0" presId="urn:microsoft.com/office/officeart/2005/8/layout/orgChart1"/>
    <dgm:cxn modelId="{17B0BD0B-E935-4008-9935-491B43952AC5}" type="presOf" srcId="{780E98D6-78AB-47B8-B9F8-C3EE48FABC6C}" destId="{CEDAC15F-7FF2-43BD-8DF2-3E1635403B65}" srcOrd="1" destOrd="0" presId="urn:microsoft.com/office/officeart/2005/8/layout/orgChart1"/>
    <dgm:cxn modelId="{81670C0D-3B66-46C0-9FD7-7B0219AEB085}" srcId="{E0B3F0DB-9FEC-474C-8398-F83056D49345}" destId="{9773C5FA-CFF5-4924-8500-BB7E3E9E28EC}" srcOrd="0" destOrd="0" parTransId="{35703F6E-B704-49A1-92BE-87CEFCA169C6}" sibTransId="{FAD80546-2062-49B3-A2F0-01B163EEB069}"/>
    <dgm:cxn modelId="{42FD3A0D-C206-4DB7-BDEE-ECDF64645C99}" type="presOf" srcId="{E529793A-61AA-437F-A58E-4A3FAEBE60B9}" destId="{3D032A54-B5DA-4032-8BE1-362DB37E23FD}" srcOrd="1" destOrd="0" presId="urn:microsoft.com/office/officeart/2005/8/layout/orgChart1"/>
    <dgm:cxn modelId="{62E40C0F-1C3C-4833-A978-1CE1B790D4D1}" type="presOf" srcId="{73CDAA4C-6033-4886-BCB7-A101B8972E47}" destId="{49A63A43-1A59-4C04-B0A9-3CDABB8E8BE6}" srcOrd="1" destOrd="0" presId="urn:microsoft.com/office/officeart/2005/8/layout/orgChart1"/>
    <dgm:cxn modelId="{A267F513-B9B0-4535-A707-22B96A565214}" type="presOf" srcId="{538639D0-EEDC-4F42-9DEF-648BC56196E9}" destId="{842F3502-341B-4DC0-ABA4-3DF087EF38B6}" srcOrd="0" destOrd="0" presId="urn:microsoft.com/office/officeart/2005/8/layout/orgChart1"/>
    <dgm:cxn modelId="{F8B78518-6962-4F2A-89E1-716B0006707A}" type="presOf" srcId="{538639D0-EEDC-4F42-9DEF-648BC56196E9}" destId="{0D7DCEBB-CE33-49E1-9B4B-BB3A8A435FE1}" srcOrd="1" destOrd="0" presId="urn:microsoft.com/office/officeart/2005/8/layout/orgChart1"/>
    <dgm:cxn modelId="{2EAE951C-AA93-4B73-A49E-C4235C4762E2}" type="presOf" srcId="{BC08C8E6-A1D7-4D5D-AA6F-FC31026A75D6}" destId="{7168BE4B-64C7-4AB7-8577-FF3E7D690DCC}" srcOrd="0" destOrd="0" presId="urn:microsoft.com/office/officeart/2005/8/layout/orgChart1"/>
    <dgm:cxn modelId="{F5E24E20-E072-430A-AE41-2266F6154867}" type="presOf" srcId="{39F976CE-29D0-4479-9D84-640F19EBA8EB}" destId="{A5B238B4-84C3-4A79-8AC7-9264766F94ED}" srcOrd="1" destOrd="0" presId="urn:microsoft.com/office/officeart/2005/8/layout/orgChart1"/>
    <dgm:cxn modelId="{B8246D21-BA6E-4B91-AE01-77D51BEA5626}" type="presOf" srcId="{C4736689-808C-493C-9B9B-904A75ED3291}" destId="{9A50FAD9-E074-44FA-81C7-C034E961CDEC}" srcOrd="0" destOrd="0" presId="urn:microsoft.com/office/officeart/2005/8/layout/orgChart1"/>
    <dgm:cxn modelId="{23942124-AA2F-48F6-A4F8-3DAF9860A598}" type="presOf" srcId="{9773C5FA-CFF5-4924-8500-BB7E3E9E28EC}" destId="{D6694C1E-8918-4F7B-B3AC-2748C33AD189}" srcOrd="0" destOrd="0" presId="urn:microsoft.com/office/officeart/2005/8/layout/orgChart1"/>
    <dgm:cxn modelId="{F95A0925-5C6D-497B-B1CF-A97997A86DC4}" type="presOf" srcId="{BBBE8600-3576-46AB-8791-08CF7B209E48}" destId="{689B626A-E270-43E2-937D-2C69209CBE7F}" srcOrd="0" destOrd="0" presId="urn:microsoft.com/office/officeart/2005/8/layout/orgChart1"/>
    <dgm:cxn modelId="{A7407F25-7790-402A-8D83-A9C675A21973}" type="presOf" srcId="{8E209057-A9D5-4820-A5A9-B9FB5047C033}" destId="{B68AE5B8-C78A-43F7-8ADD-3AA790B680FB}" srcOrd="0" destOrd="0" presId="urn:microsoft.com/office/officeart/2005/8/layout/orgChart1"/>
    <dgm:cxn modelId="{EA086527-99CC-441E-A702-76A47F0D79AA}" type="presOf" srcId="{860CEE40-C05B-47A2-858C-5081E32F22C5}" destId="{65C4313C-FF3D-4DB2-90DB-6F103AD36890}" srcOrd="0" destOrd="0" presId="urn:microsoft.com/office/officeart/2005/8/layout/orgChart1"/>
    <dgm:cxn modelId="{A3B9CB27-859B-451E-89C5-73915998CC0C}" srcId="{4C196FF5-6487-4BDD-B90F-5CF193E77BE1}" destId="{08BD73F4-05C2-48C0-ACCB-90040FFBF8BD}" srcOrd="0" destOrd="0" parTransId="{2C28DC86-2B4C-4614-ABBF-8A50823AE95E}" sibTransId="{D0BBBB2D-EEAE-436C-A1A9-021180B51C79}"/>
    <dgm:cxn modelId="{05A4782A-179F-4A4B-8961-597317A4C196}" type="presOf" srcId="{8598B5BE-4887-48FB-8469-7DD399DF155C}" destId="{54EC11D4-CC7A-44F3-A05E-5EC8FD3F544E}" srcOrd="1" destOrd="0" presId="urn:microsoft.com/office/officeart/2005/8/layout/orgChart1"/>
    <dgm:cxn modelId="{243DAB2A-15F8-4A98-A56F-48261E55B323}" type="presOf" srcId="{FB5BCBF1-8612-4D40-8963-43B1EACB6525}" destId="{FFD5AAD6-91F8-4C49-A7BB-6B693521A7B6}" srcOrd="0" destOrd="0" presId="urn:microsoft.com/office/officeart/2005/8/layout/orgChart1"/>
    <dgm:cxn modelId="{DFE34E2B-E1A8-45B6-9ACE-7B70B5F0D301}" type="presOf" srcId="{8598B5BE-4887-48FB-8469-7DD399DF155C}" destId="{FE31FBB8-3D0F-4538-8ED8-313A09E3AFEF}" srcOrd="0" destOrd="0" presId="urn:microsoft.com/office/officeart/2005/8/layout/orgChart1"/>
    <dgm:cxn modelId="{D245612D-D9FD-421F-A01F-B8D9FE90531C}" srcId="{73CDAA4C-6033-4886-BCB7-A101B8972E47}" destId="{8CAA95D5-0DFF-496F-A84D-E49DC4B1D01C}" srcOrd="5" destOrd="0" parTransId="{C4736689-808C-493C-9B9B-904A75ED3291}" sibTransId="{55F0C9A1-10ED-4BCD-8B86-E2787342CE1B}"/>
    <dgm:cxn modelId="{9B612F2E-6876-4B49-A4D3-13939D58A2F2}" type="presOf" srcId="{395EBAE3-EC89-4AC0-ACF5-9FD8C7695FB5}" destId="{54DBA53B-BD7B-45BD-8B1F-83481FA8F927}" srcOrd="0" destOrd="0" presId="urn:microsoft.com/office/officeart/2005/8/layout/orgChart1"/>
    <dgm:cxn modelId="{CC3D7C34-1C7C-4A9C-84C2-6276B33BC276}" type="presOf" srcId="{A70EE71E-9A57-4D8E-B1AA-1A75E19EA4E9}" destId="{B6F60D23-954D-4811-A869-B96167E914D7}" srcOrd="0" destOrd="0" presId="urn:microsoft.com/office/officeart/2005/8/layout/orgChart1"/>
    <dgm:cxn modelId="{93561236-498B-42DB-8F55-A21A64CF53AF}" type="presOf" srcId="{836EB0A7-006E-4D8A-AA66-32432E1AD60F}" destId="{50FE2A3E-1E83-4359-9FE8-9579A25459F9}" srcOrd="0" destOrd="0" presId="urn:microsoft.com/office/officeart/2005/8/layout/orgChart1"/>
    <dgm:cxn modelId="{25B82236-3FA2-4F15-A7A1-1FF84BA265AB}" type="presOf" srcId="{8E41D8C9-D527-44A4-BB97-104DA8292AB9}" destId="{CD49356A-8874-4206-BA8C-2B8941AB16E3}" srcOrd="1" destOrd="0" presId="urn:microsoft.com/office/officeart/2005/8/layout/orgChart1"/>
    <dgm:cxn modelId="{286E3137-3F5B-4FEE-A956-3A35C63E83BD}" type="presOf" srcId="{9119C85D-1822-4846-BA2F-D36BA40E3090}" destId="{1DE2E852-17A2-4AEF-A228-C6472406137C}" srcOrd="1" destOrd="0" presId="urn:microsoft.com/office/officeart/2005/8/layout/orgChart1"/>
    <dgm:cxn modelId="{10F9243A-F217-4A09-98AF-7343D9F03668}" type="presOf" srcId="{F974990E-AA57-4166-92E4-3FA638074133}" destId="{76A717C6-5D68-4728-8EC4-72918901DD64}" srcOrd="0" destOrd="0" presId="urn:microsoft.com/office/officeart/2005/8/layout/orgChart1"/>
    <dgm:cxn modelId="{068D1C3B-0842-4701-8DAA-17F10B4D81EA}" type="presOf" srcId="{4C3EF2D8-23E1-4999-825E-137C6BBEDA34}" destId="{3BBE47F7-B692-4A0B-BA58-4A3BCE7AA01C}" srcOrd="0" destOrd="0" presId="urn:microsoft.com/office/officeart/2005/8/layout/orgChart1"/>
    <dgm:cxn modelId="{9227073D-66E7-4605-B078-FAC1043F71A4}" type="presOf" srcId="{92101DF7-4027-468C-8376-DE2D6D72CC2D}" destId="{32205465-5B35-4CD5-B081-26287A775C6A}" srcOrd="0" destOrd="0" presId="urn:microsoft.com/office/officeart/2005/8/layout/orgChart1"/>
    <dgm:cxn modelId="{F1CED140-2059-4A20-8A98-420C19442586}" srcId="{BC08C8E6-A1D7-4D5D-AA6F-FC31026A75D6}" destId="{18D2DD82-056D-4EBE-B11E-7E75384B4858}" srcOrd="0" destOrd="0" parTransId="{C86A5184-089D-4273-B9EC-91F6CFC5E78D}" sibTransId="{67B477EA-C8DE-4FD3-9A90-DCCA9C89BB6A}"/>
    <dgm:cxn modelId="{2A06AE5B-3839-43E0-AD3E-4E6AB670BB48}" type="presOf" srcId="{FEB9551F-B3BC-4432-B467-DDACCEBDC2E2}" destId="{52A36EEF-CEBE-4C0E-A50E-EF9A423A3807}" srcOrd="1" destOrd="0" presId="urn:microsoft.com/office/officeart/2005/8/layout/orgChart1"/>
    <dgm:cxn modelId="{864A485F-3460-46A5-A40E-014F1C29FEFA}" srcId="{538639D0-EEDC-4F42-9DEF-648BC56196E9}" destId="{9119C85D-1822-4846-BA2F-D36BA40E3090}" srcOrd="0" destOrd="0" parTransId="{BBBE8600-3576-46AB-8791-08CF7B209E48}" sibTransId="{2D1B714E-3254-4D6E-8F44-3D3D03401223}"/>
    <dgm:cxn modelId="{CEAA0042-3BA8-42B3-9843-0C9673DCAE32}" type="presOf" srcId="{75167CF1-62FA-4C73-B601-AFE61A85EDF9}" destId="{95217F92-5A85-4EA1-9191-588D9086AB9F}" srcOrd="0" destOrd="0" presId="urn:microsoft.com/office/officeart/2005/8/layout/orgChart1"/>
    <dgm:cxn modelId="{A9019A62-7F9B-468E-A611-A72308D20451}" type="presOf" srcId="{C6BB261A-FBCB-4B20-92B3-C82356D63B96}" destId="{60C2A81D-6CC7-4653-B361-321BB7BBB028}" srcOrd="0" destOrd="0" presId="urn:microsoft.com/office/officeart/2005/8/layout/orgChart1"/>
    <dgm:cxn modelId="{889B7365-6817-4364-9623-E9EE76434E3A}" type="presOf" srcId="{555A4E47-604B-4B72-9EC2-F992F13C825F}" destId="{EC1A36B2-1AAE-4283-B4A4-310FA0FF9F60}" srcOrd="0" destOrd="0" presId="urn:microsoft.com/office/officeart/2005/8/layout/orgChart1"/>
    <dgm:cxn modelId="{2852DD65-97AC-453C-915F-99E9E057CFA1}" srcId="{538639D0-EEDC-4F42-9DEF-648BC56196E9}" destId="{DDD0FAD1-9086-4354-A570-20EA91D5FA64}" srcOrd="1" destOrd="0" parTransId="{B126AD05-00EC-426E-8E0F-C7914F9054B2}" sibTransId="{1074B4AB-6948-47F1-B3CA-C8EEF38BF212}"/>
    <dgm:cxn modelId="{3B8C0B66-D4C5-428F-81ED-DEF6A884C290}" srcId="{1186679A-7A14-43A6-9BF3-80D6DC518AFA}" destId="{03FB11A3-4757-4E78-8412-A992012C71FC}" srcOrd="0" destOrd="0" parTransId="{5E23DCA4-1F47-40DF-8AC7-95B6656249C7}" sibTransId="{6A1EACE4-B60C-4482-9C7C-301FD5976013}"/>
    <dgm:cxn modelId="{586E2066-39E6-435B-B41E-2DEC9E17CFFE}" type="presOf" srcId="{58DF2031-46D0-4F0F-AFC1-7AFF613E4D61}" destId="{16EBF284-AEDB-4B72-B673-F2F197BAB2B5}" srcOrd="0" destOrd="0" presId="urn:microsoft.com/office/officeart/2005/8/layout/orgChart1"/>
    <dgm:cxn modelId="{63897767-E292-4655-9953-E9D2C9C53726}" type="presOf" srcId="{B2248237-2B96-40FE-BB30-4ACF5FD187B6}" destId="{51848BB4-ECA6-4694-8CEF-D858183A2B9E}" srcOrd="1" destOrd="0" presId="urn:microsoft.com/office/officeart/2005/8/layout/orgChart1"/>
    <dgm:cxn modelId="{F7E15747-0754-4F69-B306-6D3467AFD550}" type="presOf" srcId="{4A5A515F-0289-4F4B-8E5E-6ABC1B9E4E3C}" destId="{ADCD1108-11A5-468C-9ABF-C1942A0AE05B}" srcOrd="0" destOrd="0" presId="urn:microsoft.com/office/officeart/2005/8/layout/orgChart1"/>
    <dgm:cxn modelId="{7AD6C347-F4CE-46A1-8FBB-D521CFE120FE}" type="presOf" srcId="{225F5C04-DE8D-4186-985E-E283E75A8348}" destId="{0EB0B653-658A-4A3A-B154-0F548512F165}" srcOrd="0" destOrd="0" presId="urn:microsoft.com/office/officeart/2005/8/layout/orgChart1"/>
    <dgm:cxn modelId="{AD939048-D16D-4A99-BD31-EEBFFF5D75C3}" type="presOf" srcId="{8C198A3F-6CF6-4D2D-94F3-7EB6242173D6}" destId="{FA023AC4-EC83-427B-8DC0-C093368C6A47}" srcOrd="1" destOrd="0" presId="urn:microsoft.com/office/officeart/2005/8/layout/orgChart1"/>
    <dgm:cxn modelId="{E482F74A-9331-4C35-8DE6-52E6D1B7E819}" srcId="{9773C5FA-CFF5-4924-8500-BB7E3E9E28EC}" destId="{AEFB9A2F-4214-4F57-9F9A-46A1875DF300}" srcOrd="1" destOrd="0" parTransId="{A4882862-EA16-4EF0-8A04-05A35BE10496}" sibTransId="{7737C799-1A6B-4740-8269-C3EC5E59ABAF}"/>
    <dgm:cxn modelId="{693C436B-A6A6-4C1C-88BB-6572F8339804}" type="presOf" srcId="{B126AD05-00EC-426E-8E0F-C7914F9054B2}" destId="{4A6984D4-BE9B-4E96-8571-694F2A051647}" srcOrd="0" destOrd="0" presId="urn:microsoft.com/office/officeart/2005/8/layout/orgChart1"/>
    <dgm:cxn modelId="{1EAAB04B-5A94-4020-8278-DBD4EBB578B6}" type="presOf" srcId="{4C196FF5-6487-4BDD-B90F-5CF193E77BE1}" destId="{04CBB25B-A0DD-4BFC-A636-F55C540E3406}" srcOrd="1" destOrd="0" presId="urn:microsoft.com/office/officeart/2005/8/layout/orgChart1"/>
    <dgm:cxn modelId="{D1B8D14C-ED05-4D77-83B1-F9513A7DCD40}" type="presOf" srcId="{780E98D6-78AB-47B8-B9F8-C3EE48FABC6C}" destId="{DEAAA468-9640-4126-A86A-267B0BC10FDF}" srcOrd="0" destOrd="0" presId="urn:microsoft.com/office/officeart/2005/8/layout/orgChart1"/>
    <dgm:cxn modelId="{9A538A4F-0342-49D9-B0E7-AE538CA09F7D}" type="presOf" srcId="{F3DF4360-77A1-4FC8-B05C-462F202005FB}" destId="{F43570F7-0162-4B8A-88F0-17EF0ACABC37}" srcOrd="0" destOrd="0" presId="urn:microsoft.com/office/officeart/2005/8/layout/orgChart1"/>
    <dgm:cxn modelId="{E1B48C4F-8BBE-4818-83D2-FA0CEB83DDC0}" type="presOf" srcId="{9758B562-24FE-46A2-B891-9F1D00E3111F}" destId="{885BFF9A-1A5E-443F-A878-257348AB3A36}" srcOrd="0" destOrd="0" presId="urn:microsoft.com/office/officeart/2005/8/layout/orgChart1"/>
    <dgm:cxn modelId="{BC8E1770-C626-4E7B-ABE5-AAA100B69D9D}" srcId="{8E41D8C9-D527-44A4-BB97-104DA8292AB9}" destId="{73F7689F-0A6C-41CF-942F-2EEFB9D2C66B}" srcOrd="0" destOrd="0" parTransId="{F9103632-EE8B-429D-8537-4488B78D021A}" sibTransId="{57C6CACD-6850-4FEB-AB64-C4CEF945005A}"/>
    <dgm:cxn modelId="{B9FFD252-6891-4944-81A9-4317F2BDC6C1}" type="presOf" srcId="{AEFB9A2F-4214-4F57-9F9A-46A1875DF300}" destId="{40EE76D3-5323-42E0-8D44-F7584F4CDD83}" srcOrd="0" destOrd="0" presId="urn:microsoft.com/office/officeart/2005/8/layout/orgChart1"/>
    <dgm:cxn modelId="{1964E753-211D-4690-B898-7E5FBF2356DC}" type="presOf" srcId="{C86A5184-089D-4273-B9EC-91F6CFC5E78D}" destId="{D4F8C19B-391E-4940-846A-37DA5C35E7BF}" srcOrd="0" destOrd="0" presId="urn:microsoft.com/office/officeart/2005/8/layout/orgChart1"/>
    <dgm:cxn modelId="{29C8E753-0F81-4BFA-B90A-0291B2D17BED}" type="presOf" srcId="{1D228C9B-F15D-4AA1-9D2C-E38CC2C0C949}" destId="{DD60D982-9FC0-41A0-A184-755FE0D2E514}" srcOrd="1" destOrd="0" presId="urn:microsoft.com/office/officeart/2005/8/layout/orgChart1"/>
    <dgm:cxn modelId="{DF6D9477-E17C-487A-A4CD-83494C3525E2}" type="presOf" srcId="{C26BB2F2-8012-4871-B4BC-B2FD4929B2C2}" destId="{A4562EA9-ACF6-4807-9611-3120626A962C}" srcOrd="0" destOrd="0" presId="urn:microsoft.com/office/officeart/2005/8/layout/orgChart1"/>
    <dgm:cxn modelId="{9249CE77-DAC0-4F97-BEF2-E2E4B5D17381}" srcId="{9773C5FA-CFF5-4924-8500-BB7E3E9E28EC}" destId="{58DF2031-46D0-4F0F-AFC1-7AFF613E4D61}" srcOrd="2" destOrd="0" parTransId="{5B307528-8EF9-4A37-815E-DB497F810EF2}" sibTransId="{22FA7CA0-04B6-4E91-B25C-41787DEAC826}"/>
    <dgm:cxn modelId="{BBE7E977-16BD-48C9-94D2-3D376DB08787}" type="presOf" srcId="{395EBAE3-EC89-4AC0-ACF5-9FD8C7695FB5}" destId="{DFBFF112-0EBD-4D3D-9825-EE83026C52A6}" srcOrd="1" destOrd="0" presId="urn:microsoft.com/office/officeart/2005/8/layout/orgChart1"/>
    <dgm:cxn modelId="{6DD90158-7F59-49B7-B2D3-6D227C6A145A}" type="presOf" srcId="{18D2DD82-056D-4EBE-B11E-7E75384B4858}" destId="{0B45592E-2CA3-47AA-ADBE-E12DED6B5319}" srcOrd="1" destOrd="0" presId="urn:microsoft.com/office/officeart/2005/8/layout/orgChart1"/>
    <dgm:cxn modelId="{808D685A-57CA-4FEA-A76F-1FC0B9EC313B}" type="presOf" srcId="{143B60AE-7C0D-4361-BC46-1CA03EB467AE}" destId="{BD036290-BE8B-4F01-AF83-173967736EBE}" srcOrd="0" destOrd="0" presId="urn:microsoft.com/office/officeart/2005/8/layout/orgChart1"/>
    <dgm:cxn modelId="{3B2D827A-717C-40CB-ABA1-4C69E70A020D}" type="presOf" srcId="{FC2143C2-7177-4866-BCE0-0ECC7507B88B}" destId="{B7BF15B9-C41E-4B61-ABBB-D6B31AAB146D}" srcOrd="1" destOrd="0" presId="urn:microsoft.com/office/officeart/2005/8/layout/orgChart1"/>
    <dgm:cxn modelId="{2AF92980-E9F1-4CBC-92B2-4D45A3E3639D}" srcId="{9773C5FA-CFF5-4924-8500-BB7E3E9E28EC}" destId="{6CF1FF02-A5AA-4361-935A-1EE34652383D}" srcOrd="3" destOrd="0" parTransId="{9758B562-24FE-46A2-B891-9F1D00E3111F}" sibTransId="{6235FF78-BC31-4F97-8A59-DD587927D222}"/>
    <dgm:cxn modelId="{89E2D081-8FCA-4746-9BCD-29F41C8FA5E3}" srcId="{FEB9551F-B3BC-4432-B467-DDACCEBDC2E2}" destId="{C26BB2F2-8012-4871-B4BC-B2FD4929B2C2}" srcOrd="1" destOrd="0" parTransId="{4C3EF2D8-23E1-4999-825E-137C6BBEDA34}" sibTransId="{92889635-EE6D-4229-BD26-ABE87642C559}"/>
    <dgm:cxn modelId="{30A32785-D93F-401D-BA78-0A36A53E508C}" type="presOf" srcId="{9465EA84-E17E-4955-9B52-5BB9191C7A60}" destId="{0C9F4EBF-C3FD-4202-A3A1-21F9BB3AB0DC}" srcOrd="0" destOrd="0" presId="urn:microsoft.com/office/officeart/2005/8/layout/orgChart1"/>
    <dgm:cxn modelId="{4203A385-A1D1-4EE0-A252-D8BCF4873830}" type="presOf" srcId="{EFE1CD9D-2858-4A1A-9145-6A472F0FCF9E}" destId="{82B153B9-A128-41A5-A704-1C0EFF2EDF33}" srcOrd="1" destOrd="0" presId="urn:microsoft.com/office/officeart/2005/8/layout/orgChart1"/>
    <dgm:cxn modelId="{1F97AE85-C833-4FCA-B9FA-A9350ED0FE54}" type="presOf" srcId="{19C2F0D7-9734-4B57-850D-84849123EFCC}" destId="{73A7720E-DC29-43DC-8213-A307591E9089}" srcOrd="0" destOrd="0" presId="urn:microsoft.com/office/officeart/2005/8/layout/orgChart1"/>
    <dgm:cxn modelId="{9E2DB586-09C5-42AE-820B-5FBB037EA900}" srcId="{DF42C8C3-2B71-4408-9635-7793949E7155}" destId="{8598B5BE-4887-48FB-8469-7DD399DF155C}" srcOrd="0" destOrd="0" parTransId="{438B3732-FB2A-4974-957F-5B0E5E4C3AAD}" sibTransId="{7B420C73-ADED-4096-9BB3-CD7251C2B8A2}"/>
    <dgm:cxn modelId="{98A09787-4CB5-429E-937C-84125DB35855}" type="presOf" srcId="{8CAA95D5-0DFF-496F-A84D-E49DC4B1D01C}" destId="{E918C54D-94A7-4CC9-B37B-FBEC709E79ED}" srcOrd="1" destOrd="0" presId="urn:microsoft.com/office/officeart/2005/8/layout/orgChart1"/>
    <dgm:cxn modelId="{9133A587-DA1F-4B8D-A482-3F0A6B5280FA}" type="presOf" srcId="{DDD0FAD1-9086-4354-A570-20EA91D5FA64}" destId="{977EC86E-E076-4F30-BB16-B3AED5A296F7}" srcOrd="0" destOrd="0" presId="urn:microsoft.com/office/officeart/2005/8/layout/orgChart1"/>
    <dgm:cxn modelId="{FF27228A-73D3-4A6F-AF0B-197B928CBF79}" type="presOf" srcId="{12940D1E-8EB7-4770-BA6E-EEDB03ED1A93}" destId="{F3C91B2E-551C-429C-8FBF-AFA1AEF8A9C1}" srcOrd="0" destOrd="0" presId="urn:microsoft.com/office/officeart/2005/8/layout/orgChart1"/>
    <dgm:cxn modelId="{1F53408A-CBE7-419E-865B-70231F719976}" type="presOf" srcId="{19C2F0D7-9734-4B57-850D-84849123EFCC}" destId="{F96A2D58-87EA-4020-AC37-32AC3EC62B20}" srcOrd="1" destOrd="0" presId="urn:microsoft.com/office/officeart/2005/8/layout/orgChart1"/>
    <dgm:cxn modelId="{18615E8A-4159-4139-A5B5-46E8B226F65A}" type="presOf" srcId="{DF42C8C3-2B71-4408-9635-7793949E7155}" destId="{604794B7-911B-4637-A00F-301CDA89790B}" srcOrd="0" destOrd="0" presId="urn:microsoft.com/office/officeart/2005/8/layout/orgChart1"/>
    <dgm:cxn modelId="{707C3F8C-C03F-4926-A720-EC37B7843756}" type="presOf" srcId="{2A5AD12C-E104-425B-BCEA-987A7D3A10A6}" destId="{A6598E5F-06F9-4B3D-8495-067BEB4E139F}" srcOrd="0" destOrd="0" presId="urn:microsoft.com/office/officeart/2005/8/layout/orgChart1"/>
    <dgm:cxn modelId="{18FFCC8C-CE6E-4939-B4F2-2A3E43400219}" srcId="{DFF5E0B2-5519-487D-9A4D-3B4425C7C97A}" destId="{EFE1CD9D-2858-4A1A-9145-6A472F0FCF9E}" srcOrd="1" destOrd="0" parTransId="{D5FA641C-DA42-432E-9C0B-6E62ED42C251}" sibTransId="{42F58449-692F-4114-A223-9F9257E073FA}"/>
    <dgm:cxn modelId="{5009648D-7A3D-40D9-BC94-75FFD3537897}" srcId="{73CDAA4C-6033-4886-BCB7-A101B8972E47}" destId="{A70EE71E-9A57-4D8E-B1AA-1A75E19EA4E9}" srcOrd="8" destOrd="0" parTransId="{2A5AD12C-E104-425B-BCEA-987A7D3A10A6}" sibTransId="{E1442451-0833-4016-9AA7-0ADE9E4520EB}"/>
    <dgm:cxn modelId="{171B9C91-2F5F-40F5-9514-537EC8DD3F84}" type="presOf" srcId="{8E41D8C9-D527-44A4-BB97-104DA8292AB9}" destId="{3366A2E8-3F24-4834-98CA-1439ECC4ED4A}" srcOrd="0" destOrd="0" presId="urn:microsoft.com/office/officeart/2005/8/layout/orgChart1"/>
    <dgm:cxn modelId="{18309D92-9685-4CF9-BDEE-25EF35A9135D}" type="presOf" srcId="{9119C85D-1822-4846-BA2F-D36BA40E3090}" destId="{23E0C35A-063C-447A-A5AE-9B4D037A8206}" srcOrd="0" destOrd="0" presId="urn:microsoft.com/office/officeart/2005/8/layout/orgChart1"/>
    <dgm:cxn modelId="{A951D692-BC0A-44F1-8E89-AF6ABC485745}" type="presOf" srcId="{35703F6E-B704-49A1-92BE-87CEFCA169C6}" destId="{C168E755-47AB-4229-9659-96E4D5684C46}" srcOrd="0" destOrd="0" presId="urn:microsoft.com/office/officeart/2005/8/layout/orgChart1"/>
    <dgm:cxn modelId="{6DACA793-CED9-4A45-9065-74A1EA23AA74}" type="presOf" srcId="{A4882862-EA16-4EF0-8A04-05A35BE10496}" destId="{9D72D059-D2BA-418E-A237-A0317A0C6BEC}" srcOrd="0" destOrd="0" presId="urn:microsoft.com/office/officeart/2005/8/layout/orgChart1"/>
    <dgm:cxn modelId="{F2921894-C512-4542-8D54-3E94392464B1}" type="presOf" srcId="{53864CFA-2456-4420-A997-1CA252E044BE}" destId="{0C78B7FF-EC89-4181-91D7-3E5984C1D92B}" srcOrd="0" destOrd="0" presId="urn:microsoft.com/office/officeart/2005/8/layout/orgChart1"/>
    <dgm:cxn modelId="{60FB9894-6FD6-493F-8B79-ED9FA9E96FF0}" srcId="{03FB11A3-4757-4E78-8412-A992012C71FC}" destId="{BC08C8E6-A1D7-4D5D-AA6F-FC31026A75D6}" srcOrd="0" destOrd="0" parTransId="{FCE7244A-266D-433D-AF40-D1227CC2F2A2}" sibTransId="{CF397FAE-0D1D-402F-9B1D-ED2E0C21F167}"/>
    <dgm:cxn modelId="{3443CB94-ED3F-4EA6-A23E-721D87001FD5}" type="presOf" srcId="{283D65BB-B26B-4FE0-A698-763DEE5E4D14}" destId="{C93B9FFB-11E3-47CB-9831-28DA24319EA5}" srcOrd="0" destOrd="0" presId="urn:microsoft.com/office/officeart/2005/8/layout/orgChart1"/>
    <dgm:cxn modelId="{FD5C7C95-AFCB-4A8A-BA74-88AFFAECFB3C}" type="presOf" srcId="{FCE7244A-266D-433D-AF40-D1227CC2F2A2}" destId="{332D3A9B-4400-4B18-8294-921AAFC93269}" srcOrd="0" destOrd="0" presId="urn:microsoft.com/office/officeart/2005/8/layout/orgChart1"/>
    <dgm:cxn modelId="{15B81D98-5934-4300-A079-E5074109A20C}" type="presOf" srcId="{5E23DCA4-1F47-40DF-8AC7-95B6656249C7}" destId="{283BFB3B-80CB-418A-94FF-00D43FED2B67}" srcOrd="0" destOrd="0" presId="urn:microsoft.com/office/officeart/2005/8/layout/orgChart1"/>
    <dgm:cxn modelId="{60B2909A-1A99-405E-93EF-ADC616FB54FC}" type="presOf" srcId="{4C196FF5-6487-4BDD-B90F-5CF193E77BE1}" destId="{68217BAE-E404-4FFA-BAD5-0813D8F3CC68}" srcOrd="0" destOrd="0" presId="urn:microsoft.com/office/officeart/2005/8/layout/orgChart1"/>
    <dgm:cxn modelId="{4CDBAB9B-93DC-48AB-B246-37E4E6010442}" type="presOf" srcId="{DDD0FAD1-9086-4354-A570-20EA91D5FA64}" destId="{24701AEA-F3D3-457E-95C7-8D73B24A2088}" srcOrd="1" destOrd="0" presId="urn:microsoft.com/office/officeart/2005/8/layout/orgChart1"/>
    <dgm:cxn modelId="{4A6A5A9C-257B-4EB6-AE23-71C57E1A4F38}" type="presOf" srcId="{F9103632-EE8B-429D-8537-4488B78D021A}" destId="{E6647ED1-E118-4050-A8CF-89A5B611BBDA}" srcOrd="0" destOrd="0" presId="urn:microsoft.com/office/officeart/2005/8/layout/orgChart1"/>
    <dgm:cxn modelId="{521B769E-E83A-4EA4-9A66-1C9690EBD433}" type="presOf" srcId="{FE6CF9FB-F301-4DB4-BB85-7793ED11B8C3}" destId="{94E1DD9B-AE09-4E72-95A9-747293A79B62}" srcOrd="0" destOrd="0" presId="urn:microsoft.com/office/officeart/2005/8/layout/orgChart1"/>
    <dgm:cxn modelId="{5D06A19E-D7A3-4305-8F26-6ACDB5E64AFA}" type="presOf" srcId="{2AE341DD-28C9-4BE1-9ED4-351DA63116AD}" destId="{84F5AB07-0C39-4893-A920-57594158BD9B}" srcOrd="0" destOrd="0" presId="urn:microsoft.com/office/officeart/2005/8/layout/orgChart1"/>
    <dgm:cxn modelId="{41B80BA0-3B8C-434D-9357-7BCA7F13E7EE}" type="presOf" srcId="{550E5FA8-F911-42DF-9BB9-E13934C043AD}" destId="{0B91E842-9947-49F4-B3D4-8D1114B77A65}" srcOrd="1" destOrd="0" presId="urn:microsoft.com/office/officeart/2005/8/layout/orgChart1"/>
    <dgm:cxn modelId="{661F48A1-FDDB-4C75-B8A7-6E4382FF4712}" srcId="{C6BB261A-FBCB-4B20-92B3-C82356D63B96}" destId="{283D65BB-B26B-4FE0-A698-763DEE5E4D14}" srcOrd="0" destOrd="0" parTransId="{C5182191-4A2D-4699-8F7D-EEE2EC94C08C}" sibTransId="{A7F269B0-63B4-44BE-9D2E-64C407F381B5}"/>
    <dgm:cxn modelId="{832F3EA2-24AB-4640-9AEB-4E0DFB83DF57}" srcId="{03FB11A3-4757-4E78-8412-A992012C71FC}" destId="{39F976CE-29D0-4479-9D84-640F19EBA8EB}" srcOrd="1" destOrd="0" parTransId="{959B4883-7DF3-45C2-9F6E-65A088220ECC}" sibTransId="{DD5AB577-DABD-47A1-B3BF-AA288CC464C3}"/>
    <dgm:cxn modelId="{929CE6A3-6317-47CB-810E-6598F4F68195}" type="presOf" srcId="{B2248237-2B96-40FE-BB30-4ACF5FD187B6}" destId="{1A59AF9D-BD67-4141-AABC-B9AE01198721}" srcOrd="0" destOrd="0" presId="urn:microsoft.com/office/officeart/2005/8/layout/orgChart1"/>
    <dgm:cxn modelId="{538BC6A4-FDAD-4A67-995F-6FF6989D1057}" type="presOf" srcId="{283D65BB-B26B-4FE0-A698-763DEE5E4D14}" destId="{BCD7F3CD-F995-434B-BA2E-A93D841E4333}" srcOrd="1" destOrd="0" presId="urn:microsoft.com/office/officeart/2005/8/layout/orgChart1"/>
    <dgm:cxn modelId="{0A5EE8A4-0C63-4372-AE13-8CAF9EBDA601}" type="presOf" srcId="{2C28DC86-2B4C-4614-ABBF-8A50823AE95E}" destId="{E623131C-0DEA-4D09-8BB7-6032B894D86B}" srcOrd="0" destOrd="0" presId="urn:microsoft.com/office/officeart/2005/8/layout/orgChart1"/>
    <dgm:cxn modelId="{1AF97DA6-8315-4A80-97A9-387DA3128F76}" type="presOf" srcId="{1936D536-ECE8-4222-957F-3C12C76BC2CC}" destId="{B3612F3D-EF39-4996-9BD7-3BF3168BC42C}" srcOrd="0" destOrd="0" presId="urn:microsoft.com/office/officeart/2005/8/layout/orgChart1"/>
    <dgm:cxn modelId="{0052C0A6-AC22-46BE-A764-4D1E7D038547}" type="presOf" srcId="{E0B3F0DB-9FEC-474C-8398-F83056D49345}" destId="{8F7270DC-5F4B-490A-88A0-247FCD08AF8F}" srcOrd="0" destOrd="0" presId="urn:microsoft.com/office/officeart/2005/8/layout/orgChart1"/>
    <dgm:cxn modelId="{1F8DD7A8-D53B-422E-8AD3-8B5B883A18CC}" type="presOf" srcId="{EFE1CD9D-2858-4A1A-9145-6A472F0FCF9E}" destId="{61F5DF98-D856-470B-9731-30304F93B349}" srcOrd="0" destOrd="0" presId="urn:microsoft.com/office/officeart/2005/8/layout/orgChart1"/>
    <dgm:cxn modelId="{75E6E3A8-C58A-4C97-89E6-7B9B79E09352}" srcId="{73CDAA4C-6033-4886-BCB7-A101B8972E47}" destId="{19C2F0D7-9734-4B57-850D-84849123EFCC}" srcOrd="9" destOrd="0" parTransId="{92101DF7-4027-468C-8376-DE2D6D72CC2D}" sibTransId="{B0FF51E6-034D-46C0-ADE0-18198EC620A5}"/>
    <dgm:cxn modelId="{BB7F62A9-7423-4390-B230-97EFB0ECE9AE}" type="presOf" srcId="{3CBBABF4-AE58-4789-922F-5ADF2B7EA72D}" destId="{1FFE4459-04CD-44CC-8982-5CEB685EBC97}" srcOrd="0" destOrd="0" presId="urn:microsoft.com/office/officeart/2005/8/layout/orgChart1"/>
    <dgm:cxn modelId="{667523AB-B64D-438E-B621-5FA8944E6FA5}" srcId="{7E948C7B-70FE-435C-BFE2-D175016B9EA8}" destId="{FEB9551F-B3BC-4432-B467-DDACCEBDC2E2}" srcOrd="0" destOrd="0" parTransId="{860CEE40-C05B-47A2-858C-5081E32F22C5}" sibTransId="{4CD9ECB4-1B30-48BE-83ED-69BA649AA4BF}"/>
    <dgm:cxn modelId="{DF363EAB-CAD3-4D03-A7B4-8EDCB51BDE51}" type="presOf" srcId="{F3DF4360-77A1-4FC8-B05C-462F202005FB}" destId="{96066443-D4E7-486C-8311-30944DF6EB15}" srcOrd="1" destOrd="0" presId="urn:microsoft.com/office/officeart/2005/8/layout/orgChart1"/>
    <dgm:cxn modelId="{0E137BAB-AB14-45BD-A063-31B268D59DE4}" srcId="{8598B5BE-4887-48FB-8469-7DD399DF155C}" destId="{4C196FF5-6487-4BDD-B90F-5CF193E77BE1}" srcOrd="0" destOrd="0" parTransId="{9465EA84-E17E-4955-9B52-5BB9191C7A60}" sibTransId="{DACC36CF-83B0-4118-A0F4-BAF1DC2BA43A}"/>
    <dgm:cxn modelId="{51AF85AC-DCCA-4F21-9ECD-6C0A4E801064}" type="presOf" srcId="{959B4883-7DF3-45C2-9F6E-65A088220ECC}" destId="{AACFAADE-E2D5-4913-8E8F-E03DA0D9F9F3}" srcOrd="0" destOrd="0" presId="urn:microsoft.com/office/officeart/2005/8/layout/orgChart1"/>
    <dgm:cxn modelId="{28345FAD-301E-4377-A489-354A5E1AC53D}" srcId="{DFF5E0B2-5519-487D-9A4D-3B4425C7C97A}" destId="{550E5FA8-F911-42DF-9BB9-E13934C043AD}" srcOrd="2" destOrd="0" parTransId="{F974990E-AA57-4166-92E4-3FA638074133}" sibTransId="{6C320EEA-4482-4B18-AB89-909E56B2741C}"/>
    <dgm:cxn modelId="{06CF6AAD-C585-41AE-AE9C-E8FAF0BA7216}" type="presOf" srcId="{C5182191-4A2D-4699-8F7D-EEE2EC94C08C}" destId="{56B26F46-B95E-4123-B77E-716B64F1AB53}" srcOrd="0" destOrd="0" presId="urn:microsoft.com/office/officeart/2005/8/layout/orgChart1"/>
    <dgm:cxn modelId="{006CD0AF-073F-45C2-A2B9-E7A9ACC81771}" type="presOf" srcId="{6CF1FF02-A5AA-4361-935A-1EE34652383D}" destId="{D0937F34-E19D-4073-BA3A-37EC25C2C67D}" srcOrd="1" destOrd="0" presId="urn:microsoft.com/office/officeart/2005/8/layout/orgChart1"/>
    <dgm:cxn modelId="{1CEBB7B0-5A58-401E-BD34-19E082E7A023}" type="presOf" srcId="{03FB11A3-4757-4E78-8412-A992012C71FC}" destId="{F55C97A7-710E-4A39-B69E-068ECC05B454}" srcOrd="0" destOrd="0" presId="urn:microsoft.com/office/officeart/2005/8/layout/orgChart1"/>
    <dgm:cxn modelId="{65A7C3B2-0147-4C9C-8F8C-7B52B35F3DD7}" type="presOf" srcId="{C26BB2F2-8012-4871-B4BC-B2FD4929B2C2}" destId="{14488BDF-710C-4035-B3DC-F4502489731B}" srcOrd="1" destOrd="0" presId="urn:microsoft.com/office/officeart/2005/8/layout/orgChart1"/>
    <dgm:cxn modelId="{207DFCB2-6AEA-4B96-B78F-D158F627D8B2}" type="presOf" srcId="{FEB9551F-B3BC-4432-B467-DDACCEBDC2E2}" destId="{0F243B2A-C713-4401-87A3-A3831FE32D19}" srcOrd="0" destOrd="0" presId="urn:microsoft.com/office/officeart/2005/8/layout/orgChart1"/>
    <dgm:cxn modelId="{44DD28B3-4D8F-4156-AF95-5D9FBFC2ACF8}" type="presOf" srcId="{BC08C8E6-A1D7-4D5D-AA6F-FC31026A75D6}" destId="{822E8F94-1921-4CA9-8632-9CBC01757153}" srcOrd="1" destOrd="0" presId="urn:microsoft.com/office/officeart/2005/8/layout/orgChart1"/>
    <dgm:cxn modelId="{397ACEB4-9037-47AA-87F3-3C11B3F24190}" type="presOf" srcId="{73F7689F-0A6C-41CF-942F-2EEFB9D2C66B}" destId="{16102997-5ADA-4A0C-A44F-D086B8463712}" srcOrd="1" destOrd="0" presId="urn:microsoft.com/office/officeart/2005/8/layout/orgChart1"/>
    <dgm:cxn modelId="{D706B6B7-4F12-4D3F-A61F-A1E70B2D57C2}" type="presOf" srcId="{1186679A-7A14-43A6-9BF3-80D6DC518AFA}" destId="{1AE293C6-8FCF-40F4-AC6E-F30EA519A66D}" srcOrd="1" destOrd="0" presId="urn:microsoft.com/office/officeart/2005/8/layout/orgChart1"/>
    <dgm:cxn modelId="{B7F04DB8-FEEF-40B4-8DD5-F56109062F31}" type="presOf" srcId="{8C198A3F-6CF6-4D2D-94F3-7EB6242173D6}" destId="{CA03923B-2F30-44AB-A63E-E38D0B5BB9C5}" srcOrd="0" destOrd="0" presId="urn:microsoft.com/office/officeart/2005/8/layout/orgChart1"/>
    <dgm:cxn modelId="{CE917EB8-CF12-4991-B23E-A6D734290C63}" type="presOf" srcId="{73CDAA4C-6033-4886-BCB7-A101B8972E47}" destId="{8766AF82-EF27-47DA-9177-2799997C1502}" srcOrd="0" destOrd="0" presId="urn:microsoft.com/office/officeart/2005/8/layout/orgChart1"/>
    <dgm:cxn modelId="{321393BA-7468-4D94-91B4-C0FFD5CD1492}" type="presOf" srcId="{7E948C7B-70FE-435C-BFE2-D175016B9EA8}" destId="{CA549609-1431-439C-A80C-0573BFE6C9E0}" srcOrd="0" destOrd="0" presId="urn:microsoft.com/office/officeart/2005/8/layout/orgChart1"/>
    <dgm:cxn modelId="{C25B33BB-FBF7-46B9-91F4-83E7F796704F}" type="presOf" srcId="{DFF5E0B2-5519-487D-9A4D-3B4425C7C97A}" destId="{FF12E030-4F9D-4306-8113-F1540E428ADC}" srcOrd="1" destOrd="0" presId="urn:microsoft.com/office/officeart/2005/8/layout/orgChart1"/>
    <dgm:cxn modelId="{94AAC5BC-85EC-4360-91E5-6F9EAB39A736}" type="presOf" srcId="{03FB11A3-4757-4E78-8412-A992012C71FC}" destId="{9FC9B6EA-06CD-459F-B813-656A47BF8B8B}" srcOrd="1" destOrd="0" presId="urn:microsoft.com/office/officeart/2005/8/layout/orgChart1"/>
    <dgm:cxn modelId="{E3BC93BD-4CC4-4FFA-8CEA-BEC083DD7CC2}" type="presOf" srcId="{C6BB261A-FBCB-4B20-92B3-C82356D63B96}" destId="{E231D937-3C0A-49B8-A034-7151CBC3FDD4}" srcOrd="1" destOrd="0" presId="urn:microsoft.com/office/officeart/2005/8/layout/orgChart1"/>
    <dgm:cxn modelId="{FCA4C4BD-85C3-4681-8FD3-8CBA92E49B5C}" srcId="{E529793A-61AA-437F-A58E-4A3FAEBE60B9}" destId="{538639D0-EEDC-4F42-9DEF-648BC56196E9}" srcOrd="0" destOrd="0" parTransId="{3CBBABF4-AE58-4789-922F-5ADF2B7EA72D}" sibTransId="{5C47A978-90AF-4552-BA13-B9CFFB97BE88}"/>
    <dgm:cxn modelId="{BF5E29BE-59BB-4555-92E7-B7236A2827D8}" srcId="{A70EE71E-9A57-4D8E-B1AA-1A75E19EA4E9}" destId="{1D228C9B-F15D-4AA1-9D2C-E38CC2C0C949}" srcOrd="0" destOrd="0" parTransId="{53864CFA-2456-4420-A997-1CA252E044BE}" sibTransId="{8F6EEAE2-7922-46BD-94DE-CE35F05347C1}"/>
    <dgm:cxn modelId="{AE8C47BE-2FED-43BE-888F-905D7D77BFEC}" type="presOf" srcId="{DF42C8C3-2B71-4408-9635-7793949E7155}" destId="{8CA0E559-19EF-4516-B485-EE102A880AB3}" srcOrd="1" destOrd="0" presId="urn:microsoft.com/office/officeart/2005/8/layout/orgChart1"/>
    <dgm:cxn modelId="{A7BBD5C0-9703-43B0-B0BA-7EC017113564}" type="presOf" srcId="{E0B3F0DB-9FEC-474C-8398-F83056D49345}" destId="{C9C93912-7AD8-440E-8EFE-2DDE5D793691}" srcOrd="1" destOrd="0" presId="urn:microsoft.com/office/officeart/2005/8/layout/orgChart1"/>
    <dgm:cxn modelId="{2FF34EC1-0619-442F-8431-B9B9052CBB51}" srcId="{73CDAA4C-6033-4886-BCB7-A101B8972E47}" destId="{1186679A-7A14-43A6-9BF3-80D6DC518AFA}" srcOrd="3" destOrd="0" parTransId="{225F5C04-DE8D-4186-985E-E283E75A8348}" sibTransId="{055AFF08-95AB-40DE-826B-3227F23BC4AA}"/>
    <dgm:cxn modelId="{DB0DE2C3-181B-4FF9-90B1-18A5C9489E86}" type="presOf" srcId="{1D228C9B-F15D-4AA1-9D2C-E38CC2C0C949}" destId="{98465B29-B2E6-4F78-8159-FD4BAFB41A5C}" srcOrd="0" destOrd="0" presId="urn:microsoft.com/office/officeart/2005/8/layout/orgChart1"/>
    <dgm:cxn modelId="{AA9F4BC7-993D-44E3-A991-BC8BD14FE471}" srcId="{395EBAE3-EC89-4AC0-ACF5-9FD8C7695FB5}" destId="{7E948C7B-70FE-435C-BFE2-D175016B9EA8}" srcOrd="0" destOrd="0" parTransId="{773462E9-6EA7-47E6-89AC-13B212304581}" sibTransId="{226F0D87-B6A0-4489-854F-019539D1D702}"/>
    <dgm:cxn modelId="{8D5B18C9-B703-41E8-BC0E-DAE33252F981}" type="presOf" srcId="{08BD73F4-05C2-48C0-ACCB-90040FFBF8BD}" destId="{6C217B5B-B8F1-4774-8F7D-7B86F828B220}" srcOrd="1" destOrd="0" presId="urn:microsoft.com/office/officeart/2005/8/layout/orgChart1"/>
    <dgm:cxn modelId="{D21D25C9-4038-4124-A8CD-922C2E9A1154}" type="presOf" srcId="{773462E9-6EA7-47E6-89AC-13B212304581}" destId="{0FD2BDE7-A5E5-4D57-A7AB-FD3CFC061A52}" srcOrd="0" destOrd="0" presId="urn:microsoft.com/office/officeart/2005/8/layout/orgChart1"/>
    <dgm:cxn modelId="{CB4D5ACB-E6C6-4AD8-AFFA-8B40981F0D2D}" type="presOf" srcId="{58DF2031-46D0-4F0F-AFC1-7AFF613E4D61}" destId="{90A47F72-72F2-42A4-9C52-A287322D9B54}" srcOrd="1" destOrd="0" presId="urn:microsoft.com/office/officeart/2005/8/layout/orgChart1"/>
    <dgm:cxn modelId="{D2C78ECC-0C44-44C1-907B-1AB76F989B8C}" type="presOf" srcId="{DFF5E0B2-5519-487D-9A4D-3B4425C7C97A}" destId="{64E148C8-5A3A-4895-941C-37CDEF058CA8}" srcOrd="0" destOrd="0" presId="urn:microsoft.com/office/officeart/2005/8/layout/orgChart1"/>
    <dgm:cxn modelId="{849548CE-43D8-4804-B249-ACE41EE46AEA}" type="presOf" srcId="{550E5FA8-F911-42DF-9BB9-E13934C043AD}" destId="{D86F68BB-1C25-4CAB-9CB5-AD99ED1F9DE5}" srcOrd="0" destOrd="0" presId="urn:microsoft.com/office/officeart/2005/8/layout/orgChart1"/>
    <dgm:cxn modelId="{EB159FCE-7090-4146-A19F-87B8108DCBE8}" srcId="{73CDAA4C-6033-4886-BCB7-A101B8972E47}" destId="{DFF5E0B2-5519-487D-9A4D-3B4425C7C97A}" srcOrd="7" destOrd="0" parTransId="{FB5BCBF1-8612-4D40-8963-43B1EACB6525}" sibTransId="{2420C285-79A0-4CD2-9E6A-F68A421B46EF}"/>
    <dgm:cxn modelId="{D707A2D1-770C-4B94-832D-8C7FCCDBBD94}" type="presOf" srcId="{E529793A-61AA-437F-A58E-4A3FAEBE60B9}" destId="{32482A78-9353-4899-9BD0-B7A0B2F763AE}" srcOrd="0" destOrd="0" presId="urn:microsoft.com/office/officeart/2005/8/layout/orgChart1"/>
    <dgm:cxn modelId="{C29897D3-26C3-4859-B1ED-994E2B811391}" srcId="{73CDAA4C-6033-4886-BCB7-A101B8972E47}" destId="{E0B3F0DB-9FEC-474C-8398-F83056D49345}" srcOrd="0" destOrd="0" parTransId="{12940D1E-8EB7-4770-BA6E-EEDB03ED1A93}" sibTransId="{1DD83002-79B3-44A2-88DE-39DB14EFAB7E}"/>
    <dgm:cxn modelId="{A05B7DD4-3386-4DF4-B721-771E39D6B16D}" srcId="{FEB9551F-B3BC-4432-B467-DDACCEBDC2E2}" destId="{836EB0A7-006E-4D8A-AA66-32432E1AD60F}" srcOrd="0" destOrd="0" parTransId="{FE6CF9FB-F301-4DB4-BB85-7793ED11B8C3}" sibTransId="{9EB6D981-ACA7-492C-8587-F4C9672E43AE}"/>
    <dgm:cxn modelId="{DCAFE5D5-B43F-4AB5-8E15-E02A0C67746E}" type="presOf" srcId="{1186679A-7A14-43A6-9BF3-80D6DC518AFA}" destId="{F0FED5C7-0754-42EE-B5FF-F0B2856DC4A5}" srcOrd="0" destOrd="0" presId="urn:microsoft.com/office/officeart/2005/8/layout/orgChart1"/>
    <dgm:cxn modelId="{C14DBFD6-2235-40A7-8109-E205FAD8D8E9}" srcId="{73CDAA4C-6033-4886-BCB7-A101B8972E47}" destId="{395EBAE3-EC89-4AC0-ACF5-9FD8C7695FB5}" srcOrd="1" destOrd="0" parTransId="{0FE64D3B-67EC-47C4-9FAB-F212A31A3D80}" sibTransId="{73498608-2714-4213-97CC-FB5E8DC84ADA}"/>
    <dgm:cxn modelId="{F9DF3ED8-67F0-4322-B960-711CC76A177C}" type="presOf" srcId="{AEFB9A2F-4214-4F57-9F9A-46A1875DF300}" destId="{8759611D-FAFC-4874-879F-21F241C4306E}" srcOrd="1" destOrd="0" presId="urn:microsoft.com/office/officeart/2005/8/layout/orgChart1"/>
    <dgm:cxn modelId="{2D41EBDA-F34E-44C3-B194-B92FEF4E7444}" type="presOf" srcId="{08BD73F4-05C2-48C0-ACCB-90040FFBF8BD}" destId="{DA377761-4971-460D-919E-F63FCD1B7AC5}" srcOrd="0" destOrd="0" presId="urn:microsoft.com/office/officeart/2005/8/layout/orgChart1"/>
    <dgm:cxn modelId="{618D0CDC-D5B3-4D60-9433-0B6183CC2558}" srcId="{DFF5E0B2-5519-487D-9A4D-3B4425C7C97A}" destId="{B2248237-2B96-40FE-BB30-4ACF5FD187B6}" srcOrd="0" destOrd="0" parTransId="{75167CF1-62FA-4C73-B601-AFE61A85EDF9}" sibTransId="{D21084B0-2AC2-4A4D-BA7F-25B48D8D5B7E}"/>
    <dgm:cxn modelId="{48E5E0DC-558F-43B5-B6E5-D84071E0C978}" type="presOf" srcId="{0FE64D3B-67EC-47C4-9FAB-F212A31A3D80}" destId="{3420B93D-C927-4C1C-8190-632A7748B46B}" srcOrd="0" destOrd="0" presId="urn:microsoft.com/office/officeart/2005/8/layout/orgChart1"/>
    <dgm:cxn modelId="{D4DB7EDE-B8A0-4966-A3E3-088F4EF9F206}" type="presOf" srcId="{72888972-A12B-4840-87BE-BC82FA170797}" destId="{7C60A0B7-5934-4BE6-8931-6662FB80A41B}" srcOrd="0" destOrd="0" presId="urn:microsoft.com/office/officeart/2005/8/layout/orgChart1"/>
    <dgm:cxn modelId="{62002BE0-2B71-4864-8C53-24079A8AA7CC}" type="presOf" srcId="{5B307528-8EF9-4A37-815E-DB497F810EF2}" destId="{1BB76A5B-D5FE-45D9-982E-9AC7D918DF5D}" srcOrd="0" destOrd="0" presId="urn:microsoft.com/office/officeart/2005/8/layout/orgChart1"/>
    <dgm:cxn modelId="{468BF1E1-0D24-4A96-88F1-C92D2C383716}" type="presOf" srcId="{836EB0A7-006E-4D8A-AA66-32432E1AD60F}" destId="{91F672CB-7036-4777-8D62-7529D71876DF}" srcOrd="1" destOrd="0" presId="urn:microsoft.com/office/officeart/2005/8/layout/orgChart1"/>
    <dgm:cxn modelId="{9AD901E6-355B-42ED-B3E9-14F3B5440CBF}" srcId="{8CAA95D5-0DFF-496F-A84D-E49DC4B1D01C}" destId="{8C198A3F-6CF6-4D2D-94F3-7EB6242173D6}" srcOrd="0" destOrd="0" parTransId="{555A4E47-604B-4B72-9EC2-F992F13C825F}" sibTransId="{B70D7E0E-32E1-4757-9966-09B36720791C}"/>
    <dgm:cxn modelId="{41D53FE6-C30B-4B80-A9FD-492E6B6FA5F8}" srcId="{8C198A3F-6CF6-4D2D-94F3-7EB6242173D6}" destId="{FC2143C2-7177-4866-BCE0-0ECC7507B88B}" srcOrd="0" destOrd="0" parTransId="{4A5A515F-0289-4F4B-8E5E-6ABC1B9E4E3C}" sibTransId="{3182B1CB-AEE4-4008-A18F-281E007EBC02}"/>
    <dgm:cxn modelId="{C7EBE7E6-693C-4920-9461-4E3FD7F92425}" type="presOf" srcId="{D5FA641C-DA42-432E-9C0B-6E62ED42C251}" destId="{F5A29582-03FD-4E61-872F-CF6CDF22C2EB}" srcOrd="0" destOrd="0" presId="urn:microsoft.com/office/officeart/2005/8/layout/orgChart1"/>
    <dgm:cxn modelId="{AB2EBAE7-6BED-4081-BF8C-D4CA4327363D}" type="presOf" srcId="{C27DACF7-0D9C-42DA-B3A6-A4D20FA0514C}" destId="{667EDBA3-D59B-4DDA-A384-CE3C6517A8CF}" srcOrd="0" destOrd="0" presId="urn:microsoft.com/office/officeart/2005/8/layout/orgChart1"/>
    <dgm:cxn modelId="{9DD922EA-D82E-4FE8-98F8-1C598A79D3F9}" srcId="{780E98D6-78AB-47B8-B9F8-C3EE48FABC6C}" destId="{E529793A-61AA-437F-A58E-4A3FAEBE60B9}" srcOrd="0" destOrd="0" parTransId="{8E209057-A9D5-4820-A5A9-B9FB5047C033}" sibTransId="{9C062653-A322-40B1-A5EE-2EAA0976C855}"/>
    <dgm:cxn modelId="{D41511EB-FA25-49B1-BF86-0FC4CC2ABC7B}" type="presOf" srcId="{8CAA95D5-0DFF-496F-A84D-E49DC4B1D01C}" destId="{75405E9A-3838-4CD3-BE51-AA8E5E0381E2}" srcOrd="0" destOrd="0" presId="urn:microsoft.com/office/officeart/2005/8/layout/orgChart1"/>
    <dgm:cxn modelId="{EBC46DEB-94F3-440A-A952-3EF045BD7F21}" type="presOf" srcId="{73F7689F-0A6C-41CF-942F-2EEFB9D2C66B}" destId="{3209028E-6BE8-4A82-A8B4-2D20F1F8D810}" srcOrd="0" destOrd="0" presId="urn:microsoft.com/office/officeart/2005/8/layout/orgChart1"/>
    <dgm:cxn modelId="{6458F9EC-E948-4C04-80FD-B4CDD7CA6C0E}" srcId="{73F7689F-0A6C-41CF-942F-2EEFB9D2C66B}" destId="{C6BB261A-FBCB-4B20-92B3-C82356D63B96}" srcOrd="0" destOrd="0" parTransId="{E283B4D6-296C-4533-BCD0-5AD9FB1FA0B9}" sibTransId="{F3EA76C4-0DBC-4650-AB84-48C144FE9A42}"/>
    <dgm:cxn modelId="{2F163CEF-5397-481D-840B-AAA9974E9C21}" type="presOf" srcId="{6CF1FF02-A5AA-4361-935A-1EE34652383D}" destId="{B0C94FA7-56F5-42A2-B785-86571255BAD2}" srcOrd="0" destOrd="0" presId="urn:microsoft.com/office/officeart/2005/8/layout/orgChart1"/>
    <dgm:cxn modelId="{F2F808F1-844C-44D7-A8DB-17F9DB538451}" type="presOf" srcId="{9773C5FA-CFF5-4924-8500-BB7E3E9E28EC}" destId="{6D76A82D-662E-4AC8-98B3-69551AE615BC}" srcOrd="1" destOrd="0" presId="urn:microsoft.com/office/officeart/2005/8/layout/orgChart1"/>
    <dgm:cxn modelId="{C2275CF1-FD60-44D3-AECC-1ECAC13ABA8B}" srcId="{73CDAA4C-6033-4886-BCB7-A101B8972E47}" destId="{8E41D8C9-D527-44A4-BB97-104DA8292AB9}" srcOrd="2" destOrd="0" parTransId="{1936D536-ECE8-4222-957F-3C12C76BC2CC}" sibTransId="{007B6F83-05EC-45CA-9363-A8FA4E833DBA}"/>
    <dgm:cxn modelId="{5BF305F3-D86A-4543-A70A-AE8AD671EFA3}" srcId="{C27DACF7-0D9C-42DA-B3A6-A4D20FA0514C}" destId="{73CDAA4C-6033-4886-BCB7-A101B8972E47}" srcOrd="0" destOrd="0" parTransId="{51BB4BFE-8C2E-46FD-9D3B-9E3B78F3F425}" sibTransId="{8FB86B0C-3FDE-4EB4-84B3-9B88BF5A9B3B}"/>
    <dgm:cxn modelId="{1CC18CF3-3F0F-43B2-A81D-32A87F969EB5}" srcId="{9773C5FA-CFF5-4924-8500-BB7E3E9E28EC}" destId="{F3DF4360-77A1-4FC8-B05C-462F202005FB}" srcOrd="0" destOrd="0" parTransId="{72888972-A12B-4840-87BE-BC82FA170797}" sibTransId="{B36821E2-6364-4DBE-8A4C-3825471BDF66}"/>
    <dgm:cxn modelId="{EC7542F5-D52D-4268-B77D-6D70B0D69F28}" type="presOf" srcId="{FC2143C2-7177-4866-BCE0-0ECC7507B88B}" destId="{456459B5-ADE4-40B3-B663-8B2A49B9045E}" srcOrd="0" destOrd="0" presId="urn:microsoft.com/office/officeart/2005/8/layout/orgChart1"/>
    <dgm:cxn modelId="{AF79E4F5-509B-4530-8A1E-18D8D0A393D0}" type="presOf" srcId="{7E948C7B-70FE-435C-BFE2-D175016B9EA8}" destId="{BE34CBF6-233B-4191-99E2-828A3B689574}" srcOrd="1" destOrd="0" presId="urn:microsoft.com/office/officeart/2005/8/layout/orgChart1"/>
    <dgm:cxn modelId="{F0E0ADF6-D9DF-45B4-9CEC-F32744D08C5C}" srcId="{73CDAA4C-6033-4886-BCB7-A101B8972E47}" destId="{780E98D6-78AB-47B8-B9F8-C3EE48FABC6C}" srcOrd="6" destOrd="0" parTransId="{143B60AE-7C0D-4361-BC46-1CA03EB467AE}" sibTransId="{3FEEAD39-0009-4B8A-A10C-81983B277AEE}"/>
    <dgm:cxn modelId="{EC54F6F6-A668-4115-81C9-80E6E0961F94}" type="presOf" srcId="{18D2DD82-056D-4EBE-B11E-7E75384B4858}" destId="{D198A6FA-8642-4CAD-A2DC-8B2453E544F0}" srcOrd="0" destOrd="0" presId="urn:microsoft.com/office/officeart/2005/8/layout/orgChart1"/>
    <dgm:cxn modelId="{BD5360F7-413C-4818-B6CD-9974D6E24CE6}" type="presOf" srcId="{438B3732-FB2A-4974-957F-5B0E5E4C3AAD}" destId="{D47A8E27-B674-4AFA-88D7-7C7BC95CCC14}" srcOrd="0" destOrd="0" presId="urn:microsoft.com/office/officeart/2005/8/layout/orgChart1"/>
    <dgm:cxn modelId="{07EFABFD-F860-4544-A733-4E7CC0AB94E1}" srcId="{73CDAA4C-6033-4886-BCB7-A101B8972E47}" destId="{DF42C8C3-2B71-4408-9635-7793949E7155}" srcOrd="4" destOrd="0" parTransId="{2AE341DD-28C9-4BE1-9ED4-351DA63116AD}" sibTransId="{BB0ADBB3-6531-4445-BC68-40609E139E33}"/>
    <dgm:cxn modelId="{805B54FF-1E46-4D97-A106-5568448AA0DB}" type="presOf" srcId="{E283B4D6-296C-4533-BCD0-5AD9FB1FA0B9}" destId="{E8FAE149-1FB6-436B-871C-DF2B43B2B7DB}" srcOrd="0" destOrd="0" presId="urn:microsoft.com/office/officeart/2005/8/layout/orgChart1"/>
    <dgm:cxn modelId="{E460191E-B0E2-4841-9838-598087459747}" type="presParOf" srcId="{667EDBA3-D59B-4DDA-A384-CE3C6517A8CF}" destId="{94AC6A72-294C-4538-A37B-D51FCD286242}" srcOrd="0" destOrd="0" presId="urn:microsoft.com/office/officeart/2005/8/layout/orgChart1"/>
    <dgm:cxn modelId="{C87A0A00-7D19-4C37-917F-E1C09DB7A3EB}" type="presParOf" srcId="{94AC6A72-294C-4538-A37B-D51FCD286242}" destId="{FFEB7913-4AB0-432A-99FC-C2F705426433}" srcOrd="0" destOrd="0" presId="urn:microsoft.com/office/officeart/2005/8/layout/orgChart1"/>
    <dgm:cxn modelId="{061BD949-FFA4-4BC3-9B7D-155B9C0AC748}" type="presParOf" srcId="{FFEB7913-4AB0-432A-99FC-C2F705426433}" destId="{8766AF82-EF27-47DA-9177-2799997C1502}" srcOrd="0" destOrd="0" presId="urn:microsoft.com/office/officeart/2005/8/layout/orgChart1"/>
    <dgm:cxn modelId="{7BE9DC05-DB55-445D-8C80-5E707CC552A7}" type="presParOf" srcId="{FFEB7913-4AB0-432A-99FC-C2F705426433}" destId="{49A63A43-1A59-4C04-B0A9-3CDABB8E8BE6}" srcOrd="1" destOrd="0" presId="urn:microsoft.com/office/officeart/2005/8/layout/orgChart1"/>
    <dgm:cxn modelId="{A968E087-8B0F-414E-AFAF-FBA4D60FE044}" type="presParOf" srcId="{94AC6A72-294C-4538-A37B-D51FCD286242}" destId="{A7C11595-F232-4163-85FA-8EAF705C1B5D}" srcOrd="1" destOrd="0" presId="urn:microsoft.com/office/officeart/2005/8/layout/orgChart1"/>
    <dgm:cxn modelId="{C13E497F-54CC-4140-8F74-EB8ABEC54914}" type="presParOf" srcId="{A7C11595-F232-4163-85FA-8EAF705C1B5D}" destId="{F3C91B2E-551C-429C-8FBF-AFA1AEF8A9C1}" srcOrd="0" destOrd="0" presId="urn:microsoft.com/office/officeart/2005/8/layout/orgChart1"/>
    <dgm:cxn modelId="{4AA18BED-29FA-4521-9BCB-C317E9DF0D02}" type="presParOf" srcId="{A7C11595-F232-4163-85FA-8EAF705C1B5D}" destId="{48E12419-43C6-4A06-BFEA-A3C71FEF3323}" srcOrd="1" destOrd="0" presId="urn:microsoft.com/office/officeart/2005/8/layout/orgChart1"/>
    <dgm:cxn modelId="{4326D41E-C95C-47AB-9F65-A94A1DD69D96}" type="presParOf" srcId="{48E12419-43C6-4A06-BFEA-A3C71FEF3323}" destId="{CA79651D-DF7D-4C7B-B942-679B49A800F5}" srcOrd="0" destOrd="0" presId="urn:microsoft.com/office/officeart/2005/8/layout/orgChart1"/>
    <dgm:cxn modelId="{A43742CC-A4C5-42BC-AA2D-2075B9ED7520}" type="presParOf" srcId="{CA79651D-DF7D-4C7B-B942-679B49A800F5}" destId="{8F7270DC-5F4B-490A-88A0-247FCD08AF8F}" srcOrd="0" destOrd="0" presId="urn:microsoft.com/office/officeart/2005/8/layout/orgChart1"/>
    <dgm:cxn modelId="{5ED662D5-8B8A-439A-BCCB-2A041A900791}" type="presParOf" srcId="{CA79651D-DF7D-4C7B-B942-679B49A800F5}" destId="{C9C93912-7AD8-440E-8EFE-2DDE5D793691}" srcOrd="1" destOrd="0" presId="urn:microsoft.com/office/officeart/2005/8/layout/orgChart1"/>
    <dgm:cxn modelId="{7C953D42-27B4-4F52-9FB4-DB10F7C6BA25}" type="presParOf" srcId="{48E12419-43C6-4A06-BFEA-A3C71FEF3323}" destId="{93FF00E3-5E4D-43FD-8B84-112F94349CDD}" srcOrd="1" destOrd="0" presId="urn:microsoft.com/office/officeart/2005/8/layout/orgChart1"/>
    <dgm:cxn modelId="{EE0437BE-3C49-406A-8B7B-673C2BD0FA80}" type="presParOf" srcId="{93FF00E3-5E4D-43FD-8B84-112F94349CDD}" destId="{C168E755-47AB-4229-9659-96E4D5684C46}" srcOrd="0" destOrd="0" presId="urn:microsoft.com/office/officeart/2005/8/layout/orgChart1"/>
    <dgm:cxn modelId="{E8F7BF7D-BB69-489D-AD13-4F060A56811D}" type="presParOf" srcId="{93FF00E3-5E4D-43FD-8B84-112F94349CDD}" destId="{D817043E-3DAE-428D-95A3-D00F1C53F044}" srcOrd="1" destOrd="0" presId="urn:microsoft.com/office/officeart/2005/8/layout/orgChart1"/>
    <dgm:cxn modelId="{54FC818F-A826-477C-BC47-AE1197EB099C}" type="presParOf" srcId="{D817043E-3DAE-428D-95A3-D00F1C53F044}" destId="{19923FD3-A48D-4FE1-9D39-E673ECA0E89A}" srcOrd="0" destOrd="0" presId="urn:microsoft.com/office/officeart/2005/8/layout/orgChart1"/>
    <dgm:cxn modelId="{56E89BB4-C736-4E8B-88D4-5451FFD6C0C3}" type="presParOf" srcId="{19923FD3-A48D-4FE1-9D39-E673ECA0E89A}" destId="{D6694C1E-8918-4F7B-B3AC-2748C33AD189}" srcOrd="0" destOrd="0" presId="urn:microsoft.com/office/officeart/2005/8/layout/orgChart1"/>
    <dgm:cxn modelId="{0E4F114F-EE7E-45EC-92D5-81CB50085662}" type="presParOf" srcId="{19923FD3-A48D-4FE1-9D39-E673ECA0E89A}" destId="{6D76A82D-662E-4AC8-98B3-69551AE615BC}" srcOrd="1" destOrd="0" presId="urn:microsoft.com/office/officeart/2005/8/layout/orgChart1"/>
    <dgm:cxn modelId="{1097A298-8260-42CB-8AA5-357EDDCE3F59}" type="presParOf" srcId="{D817043E-3DAE-428D-95A3-D00F1C53F044}" destId="{6E02A411-9616-4BE8-9B38-C8161F527032}" srcOrd="1" destOrd="0" presId="urn:microsoft.com/office/officeart/2005/8/layout/orgChart1"/>
    <dgm:cxn modelId="{EEEFB780-2129-4E77-B032-E6AA850E39AF}" type="presParOf" srcId="{6E02A411-9616-4BE8-9B38-C8161F527032}" destId="{7C60A0B7-5934-4BE6-8931-6662FB80A41B}" srcOrd="0" destOrd="0" presId="urn:microsoft.com/office/officeart/2005/8/layout/orgChart1"/>
    <dgm:cxn modelId="{BE5B79EE-E57D-4F38-B0B6-E7A63BD9D5AF}" type="presParOf" srcId="{6E02A411-9616-4BE8-9B38-C8161F527032}" destId="{9C165826-5CA5-4768-97CA-BAFE7D5E7C95}" srcOrd="1" destOrd="0" presId="urn:microsoft.com/office/officeart/2005/8/layout/orgChart1"/>
    <dgm:cxn modelId="{B000BE23-A652-4E2F-A6C2-E9ECC2DDB038}" type="presParOf" srcId="{9C165826-5CA5-4768-97CA-BAFE7D5E7C95}" destId="{73E4F9FE-E1BD-47F5-AB6B-F9E32F093837}" srcOrd="0" destOrd="0" presId="urn:microsoft.com/office/officeart/2005/8/layout/orgChart1"/>
    <dgm:cxn modelId="{896B84E6-B7B1-4AD0-99B6-0492F7C5A879}" type="presParOf" srcId="{73E4F9FE-E1BD-47F5-AB6B-F9E32F093837}" destId="{F43570F7-0162-4B8A-88F0-17EF0ACABC37}" srcOrd="0" destOrd="0" presId="urn:microsoft.com/office/officeart/2005/8/layout/orgChart1"/>
    <dgm:cxn modelId="{984AE23C-1B2A-41CE-84C8-D63565E01B2A}" type="presParOf" srcId="{73E4F9FE-E1BD-47F5-AB6B-F9E32F093837}" destId="{96066443-D4E7-486C-8311-30944DF6EB15}" srcOrd="1" destOrd="0" presId="urn:microsoft.com/office/officeart/2005/8/layout/orgChart1"/>
    <dgm:cxn modelId="{979437D9-3093-4179-8EBF-37EBBC05A47E}" type="presParOf" srcId="{9C165826-5CA5-4768-97CA-BAFE7D5E7C95}" destId="{4CF87399-FE53-457B-94B8-C6EB4F0C2705}" srcOrd="1" destOrd="0" presId="urn:microsoft.com/office/officeart/2005/8/layout/orgChart1"/>
    <dgm:cxn modelId="{40D04FD5-C824-4A5A-8FAF-BD6F160084CE}" type="presParOf" srcId="{9C165826-5CA5-4768-97CA-BAFE7D5E7C95}" destId="{F40332FA-1CFD-4F93-B940-A3006CF15BF7}" srcOrd="2" destOrd="0" presId="urn:microsoft.com/office/officeart/2005/8/layout/orgChart1"/>
    <dgm:cxn modelId="{E0389516-DD01-400E-A26B-A657A092A17D}" type="presParOf" srcId="{6E02A411-9616-4BE8-9B38-C8161F527032}" destId="{9D72D059-D2BA-418E-A237-A0317A0C6BEC}" srcOrd="2" destOrd="0" presId="urn:microsoft.com/office/officeart/2005/8/layout/orgChart1"/>
    <dgm:cxn modelId="{59BC90DA-A4C6-4DAE-A521-B8489FF330D7}" type="presParOf" srcId="{6E02A411-9616-4BE8-9B38-C8161F527032}" destId="{19EDC025-1D73-45E1-AC67-BE81F6553B97}" srcOrd="3" destOrd="0" presId="urn:microsoft.com/office/officeart/2005/8/layout/orgChart1"/>
    <dgm:cxn modelId="{1A8B2B62-A791-413C-8669-DB7DB24BAD06}" type="presParOf" srcId="{19EDC025-1D73-45E1-AC67-BE81F6553B97}" destId="{62EE697F-3200-4E51-9BBF-9A260A0C42DA}" srcOrd="0" destOrd="0" presId="urn:microsoft.com/office/officeart/2005/8/layout/orgChart1"/>
    <dgm:cxn modelId="{9DF66C6B-61C7-43E5-8B66-2978E7772CAF}" type="presParOf" srcId="{62EE697F-3200-4E51-9BBF-9A260A0C42DA}" destId="{40EE76D3-5323-42E0-8D44-F7584F4CDD83}" srcOrd="0" destOrd="0" presId="urn:microsoft.com/office/officeart/2005/8/layout/orgChart1"/>
    <dgm:cxn modelId="{24E92732-0610-4115-A986-0FD267441D66}" type="presParOf" srcId="{62EE697F-3200-4E51-9BBF-9A260A0C42DA}" destId="{8759611D-FAFC-4874-879F-21F241C4306E}" srcOrd="1" destOrd="0" presId="urn:microsoft.com/office/officeart/2005/8/layout/orgChart1"/>
    <dgm:cxn modelId="{9CCE85E9-FD74-4F27-881D-1012B1DFC48D}" type="presParOf" srcId="{19EDC025-1D73-45E1-AC67-BE81F6553B97}" destId="{54E297A4-C25B-45D2-9B30-233619A93A04}" srcOrd="1" destOrd="0" presId="urn:microsoft.com/office/officeart/2005/8/layout/orgChart1"/>
    <dgm:cxn modelId="{A59E48BF-DFD5-4A7A-9C67-0160A06895C2}" type="presParOf" srcId="{19EDC025-1D73-45E1-AC67-BE81F6553B97}" destId="{D4CE90D2-D2D7-49D7-A1C7-E9548A9D8B3D}" srcOrd="2" destOrd="0" presId="urn:microsoft.com/office/officeart/2005/8/layout/orgChart1"/>
    <dgm:cxn modelId="{D2245A43-E592-4BCC-93B6-2F793574825E}" type="presParOf" srcId="{6E02A411-9616-4BE8-9B38-C8161F527032}" destId="{1BB76A5B-D5FE-45D9-982E-9AC7D918DF5D}" srcOrd="4" destOrd="0" presId="urn:microsoft.com/office/officeart/2005/8/layout/orgChart1"/>
    <dgm:cxn modelId="{53409FEB-90C3-47C3-8E27-C34F65BDD80F}" type="presParOf" srcId="{6E02A411-9616-4BE8-9B38-C8161F527032}" destId="{9CA057EF-1425-494F-A89F-1F4A43FDEF2D}" srcOrd="5" destOrd="0" presId="urn:microsoft.com/office/officeart/2005/8/layout/orgChart1"/>
    <dgm:cxn modelId="{A70F2E4A-A9E4-4DB3-B2B4-6DD71E8248D6}" type="presParOf" srcId="{9CA057EF-1425-494F-A89F-1F4A43FDEF2D}" destId="{D03AD3A6-9C3A-4D7B-A189-77D017F4CFB5}" srcOrd="0" destOrd="0" presId="urn:microsoft.com/office/officeart/2005/8/layout/orgChart1"/>
    <dgm:cxn modelId="{09788025-6DE2-4FD9-97E4-970318C35EAC}" type="presParOf" srcId="{D03AD3A6-9C3A-4D7B-A189-77D017F4CFB5}" destId="{16EBF284-AEDB-4B72-B673-F2F197BAB2B5}" srcOrd="0" destOrd="0" presId="urn:microsoft.com/office/officeart/2005/8/layout/orgChart1"/>
    <dgm:cxn modelId="{2A8C559F-EDD0-446B-8E58-95B014483CA4}" type="presParOf" srcId="{D03AD3A6-9C3A-4D7B-A189-77D017F4CFB5}" destId="{90A47F72-72F2-42A4-9C52-A287322D9B54}" srcOrd="1" destOrd="0" presId="urn:microsoft.com/office/officeart/2005/8/layout/orgChart1"/>
    <dgm:cxn modelId="{EEA37419-F592-4477-85B1-E6AB1A429059}" type="presParOf" srcId="{9CA057EF-1425-494F-A89F-1F4A43FDEF2D}" destId="{56022444-BB64-4E0A-AF6B-D6C276DD75D3}" srcOrd="1" destOrd="0" presId="urn:microsoft.com/office/officeart/2005/8/layout/orgChart1"/>
    <dgm:cxn modelId="{BB670D56-0A68-43E0-BA60-0616DF10D495}" type="presParOf" srcId="{9CA057EF-1425-494F-A89F-1F4A43FDEF2D}" destId="{07CDC311-06B8-461A-B993-7CB9BC3A2239}" srcOrd="2" destOrd="0" presId="urn:microsoft.com/office/officeart/2005/8/layout/orgChart1"/>
    <dgm:cxn modelId="{3879AD08-8EFE-4B8B-A8FB-9EDDE772D0C3}" type="presParOf" srcId="{6E02A411-9616-4BE8-9B38-C8161F527032}" destId="{885BFF9A-1A5E-443F-A878-257348AB3A36}" srcOrd="6" destOrd="0" presId="urn:microsoft.com/office/officeart/2005/8/layout/orgChart1"/>
    <dgm:cxn modelId="{E944508F-DBED-4620-87F7-5457D032D74E}" type="presParOf" srcId="{6E02A411-9616-4BE8-9B38-C8161F527032}" destId="{E930CBE6-C31D-4AE7-9FF1-15D19DFD30CC}" srcOrd="7" destOrd="0" presId="urn:microsoft.com/office/officeart/2005/8/layout/orgChart1"/>
    <dgm:cxn modelId="{DC3FC818-3DA2-4D9D-85C8-B8677EFC6C98}" type="presParOf" srcId="{E930CBE6-C31D-4AE7-9FF1-15D19DFD30CC}" destId="{967120DE-B756-490C-B746-43D56B13B5D7}" srcOrd="0" destOrd="0" presId="urn:microsoft.com/office/officeart/2005/8/layout/orgChart1"/>
    <dgm:cxn modelId="{9F17E794-3D74-449D-93FB-EBB64C23E80A}" type="presParOf" srcId="{967120DE-B756-490C-B746-43D56B13B5D7}" destId="{B0C94FA7-56F5-42A2-B785-86571255BAD2}" srcOrd="0" destOrd="0" presId="urn:microsoft.com/office/officeart/2005/8/layout/orgChart1"/>
    <dgm:cxn modelId="{4129D384-1D4F-4BF9-82B0-7E674FE01445}" type="presParOf" srcId="{967120DE-B756-490C-B746-43D56B13B5D7}" destId="{D0937F34-E19D-4073-BA3A-37EC25C2C67D}" srcOrd="1" destOrd="0" presId="urn:microsoft.com/office/officeart/2005/8/layout/orgChart1"/>
    <dgm:cxn modelId="{5F45E2B0-B3CD-4B80-AAB7-140881F3CD63}" type="presParOf" srcId="{E930CBE6-C31D-4AE7-9FF1-15D19DFD30CC}" destId="{738DE6BC-78FF-4823-8D17-322C4D3B452C}" srcOrd="1" destOrd="0" presId="urn:microsoft.com/office/officeart/2005/8/layout/orgChart1"/>
    <dgm:cxn modelId="{28AB5BFC-C98F-41FB-A99C-37FFFC2D5190}" type="presParOf" srcId="{E930CBE6-C31D-4AE7-9FF1-15D19DFD30CC}" destId="{8442D421-AE96-43B1-9791-872417C44AD5}" srcOrd="2" destOrd="0" presId="urn:microsoft.com/office/officeart/2005/8/layout/orgChart1"/>
    <dgm:cxn modelId="{2F23121E-333B-4546-AF36-D083603D61AD}" type="presParOf" srcId="{D817043E-3DAE-428D-95A3-D00F1C53F044}" destId="{2E2B408E-6494-44A8-8432-3E1BCB93ADD2}" srcOrd="2" destOrd="0" presId="urn:microsoft.com/office/officeart/2005/8/layout/orgChart1"/>
    <dgm:cxn modelId="{1DFAFC0E-42CC-4282-85ED-E6CE845CD8AB}" type="presParOf" srcId="{48E12419-43C6-4A06-BFEA-A3C71FEF3323}" destId="{CC534B0B-C75C-4D7A-BA87-2A7B2AB37932}" srcOrd="2" destOrd="0" presId="urn:microsoft.com/office/officeart/2005/8/layout/orgChart1"/>
    <dgm:cxn modelId="{6544AB37-B2AD-4F74-BE1F-14CFAFF89D41}" type="presParOf" srcId="{A7C11595-F232-4163-85FA-8EAF705C1B5D}" destId="{3420B93D-C927-4C1C-8190-632A7748B46B}" srcOrd="2" destOrd="0" presId="urn:microsoft.com/office/officeart/2005/8/layout/orgChart1"/>
    <dgm:cxn modelId="{D9955928-F751-4370-AD69-28A2DADA4C19}" type="presParOf" srcId="{A7C11595-F232-4163-85FA-8EAF705C1B5D}" destId="{817B7EBF-BBE0-4C64-85AA-7255266F9B52}" srcOrd="3" destOrd="0" presId="urn:microsoft.com/office/officeart/2005/8/layout/orgChart1"/>
    <dgm:cxn modelId="{24C7C911-D92E-4C0E-839A-CC5A75457083}" type="presParOf" srcId="{817B7EBF-BBE0-4C64-85AA-7255266F9B52}" destId="{39DF162C-6444-49A9-B7D0-416D688A22D5}" srcOrd="0" destOrd="0" presId="urn:microsoft.com/office/officeart/2005/8/layout/orgChart1"/>
    <dgm:cxn modelId="{5430AB40-13EA-4F19-9E2F-DF894398EBD2}" type="presParOf" srcId="{39DF162C-6444-49A9-B7D0-416D688A22D5}" destId="{54DBA53B-BD7B-45BD-8B1F-83481FA8F927}" srcOrd="0" destOrd="0" presId="urn:microsoft.com/office/officeart/2005/8/layout/orgChart1"/>
    <dgm:cxn modelId="{EC948F87-4EE8-4D3A-A514-26B21027330C}" type="presParOf" srcId="{39DF162C-6444-49A9-B7D0-416D688A22D5}" destId="{DFBFF112-0EBD-4D3D-9825-EE83026C52A6}" srcOrd="1" destOrd="0" presId="urn:microsoft.com/office/officeart/2005/8/layout/orgChart1"/>
    <dgm:cxn modelId="{2015CC27-3D6A-4281-80EB-B1D23B1E4389}" type="presParOf" srcId="{817B7EBF-BBE0-4C64-85AA-7255266F9B52}" destId="{C86A9CDA-E266-4DE8-B23B-011DE0123A08}" srcOrd="1" destOrd="0" presId="urn:microsoft.com/office/officeart/2005/8/layout/orgChart1"/>
    <dgm:cxn modelId="{925284B3-6395-4DC9-9B9B-60DC12272971}" type="presParOf" srcId="{C86A9CDA-E266-4DE8-B23B-011DE0123A08}" destId="{0FD2BDE7-A5E5-4D57-A7AB-FD3CFC061A52}" srcOrd="0" destOrd="0" presId="urn:microsoft.com/office/officeart/2005/8/layout/orgChart1"/>
    <dgm:cxn modelId="{35A73E71-F0A5-4783-A00B-11F7EA87322B}" type="presParOf" srcId="{C86A9CDA-E266-4DE8-B23B-011DE0123A08}" destId="{691F9BC8-89A5-488D-BD83-6D22124B7101}" srcOrd="1" destOrd="0" presId="urn:microsoft.com/office/officeart/2005/8/layout/orgChart1"/>
    <dgm:cxn modelId="{B76A2FE3-D2A7-4DD0-B474-AB92C337ADE1}" type="presParOf" srcId="{691F9BC8-89A5-488D-BD83-6D22124B7101}" destId="{618FA3EF-2FE6-463B-AE7E-45898492E4AF}" srcOrd="0" destOrd="0" presId="urn:microsoft.com/office/officeart/2005/8/layout/orgChart1"/>
    <dgm:cxn modelId="{06873818-8895-4348-B66C-59E26F3632A5}" type="presParOf" srcId="{618FA3EF-2FE6-463B-AE7E-45898492E4AF}" destId="{CA549609-1431-439C-A80C-0573BFE6C9E0}" srcOrd="0" destOrd="0" presId="urn:microsoft.com/office/officeart/2005/8/layout/orgChart1"/>
    <dgm:cxn modelId="{F3508BA3-3A9A-4C91-A59B-67723936C300}" type="presParOf" srcId="{618FA3EF-2FE6-463B-AE7E-45898492E4AF}" destId="{BE34CBF6-233B-4191-99E2-828A3B689574}" srcOrd="1" destOrd="0" presId="urn:microsoft.com/office/officeart/2005/8/layout/orgChart1"/>
    <dgm:cxn modelId="{5E147B09-9BB6-417F-B3B6-F8C8E73EE95B}" type="presParOf" srcId="{691F9BC8-89A5-488D-BD83-6D22124B7101}" destId="{321AAD12-5726-4784-9016-F6623998D838}" srcOrd="1" destOrd="0" presId="urn:microsoft.com/office/officeart/2005/8/layout/orgChart1"/>
    <dgm:cxn modelId="{CD28ADC8-285D-4A67-BC86-874FEB07A165}" type="presParOf" srcId="{321AAD12-5726-4784-9016-F6623998D838}" destId="{65C4313C-FF3D-4DB2-90DB-6F103AD36890}" srcOrd="0" destOrd="0" presId="urn:microsoft.com/office/officeart/2005/8/layout/orgChart1"/>
    <dgm:cxn modelId="{D342CF81-AB99-40D6-BEB1-C2EAA0E1C00A}" type="presParOf" srcId="{321AAD12-5726-4784-9016-F6623998D838}" destId="{85D9A82B-B5D8-4929-A61A-05E7A008A675}" srcOrd="1" destOrd="0" presId="urn:microsoft.com/office/officeart/2005/8/layout/orgChart1"/>
    <dgm:cxn modelId="{6649AD26-C90F-4CB1-9629-A904161DD587}" type="presParOf" srcId="{85D9A82B-B5D8-4929-A61A-05E7A008A675}" destId="{EA22A6B7-43FE-400A-94E7-E4CA8286F79C}" srcOrd="0" destOrd="0" presId="urn:microsoft.com/office/officeart/2005/8/layout/orgChart1"/>
    <dgm:cxn modelId="{1FCAD3B6-5E48-4370-B001-ABCA9D14FF35}" type="presParOf" srcId="{EA22A6B7-43FE-400A-94E7-E4CA8286F79C}" destId="{0F243B2A-C713-4401-87A3-A3831FE32D19}" srcOrd="0" destOrd="0" presId="urn:microsoft.com/office/officeart/2005/8/layout/orgChart1"/>
    <dgm:cxn modelId="{F85029C7-7FBB-4797-B23C-98B3ED48B6AA}" type="presParOf" srcId="{EA22A6B7-43FE-400A-94E7-E4CA8286F79C}" destId="{52A36EEF-CEBE-4C0E-A50E-EF9A423A3807}" srcOrd="1" destOrd="0" presId="urn:microsoft.com/office/officeart/2005/8/layout/orgChart1"/>
    <dgm:cxn modelId="{288334ED-393F-4EFF-93CA-9D6991DC441A}" type="presParOf" srcId="{85D9A82B-B5D8-4929-A61A-05E7A008A675}" destId="{52B19060-B056-4F44-B363-674CC71200BC}" srcOrd="1" destOrd="0" presId="urn:microsoft.com/office/officeart/2005/8/layout/orgChart1"/>
    <dgm:cxn modelId="{42FE9EC6-1D60-4E3B-83E0-F59000B52FC3}" type="presParOf" srcId="{52B19060-B056-4F44-B363-674CC71200BC}" destId="{94E1DD9B-AE09-4E72-95A9-747293A79B62}" srcOrd="0" destOrd="0" presId="urn:microsoft.com/office/officeart/2005/8/layout/orgChart1"/>
    <dgm:cxn modelId="{6BE3913D-AE96-43F8-96BF-120764BCABAF}" type="presParOf" srcId="{52B19060-B056-4F44-B363-674CC71200BC}" destId="{6BD28B1D-A447-4254-85FC-D4A0928D062C}" srcOrd="1" destOrd="0" presId="urn:microsoft.com/office/officeart/2005/8/layout/orgChart1"/>
    <dgm:cxn modelId="{98FE49EF-C111-4D34-8A34-EA2D0872C8F8}" type="presParOf" srcId="{6BD28B1D-A447-4254-85FC-D4A0928D062C}" destId="{2B9C442F-06F9-4D4E-AC8F-D9FC71D5786C}" srcOrd="0" destOrd="0" presId="urn:microsoft.com/office/officeart/2005/8/layout/orgChart1"/>
    <dgm:cxn modelId="{1919AAFF-DC82-485B-8C78-27D00073DEDE}" type="presParOf" srcId="{2B9C442F-06F9-4D4E-AC8F-D9FC71D5786C}" destId="{50FE2A3E-1E83-4359-9FE8-9579A25459F9}" srcOrd="0" destOrd="0" presId="urn:microsoft.com/office/officeart/2005/8/layout/orgChart1"/>
    <dgm:cxn modelId="{50AD3C2F-FC7F-437A-B67D-E3F28E72F612}" type="presParOf" srcId="{2B9C442F-06F9-4D4E-AC8F-D9FC71D5786C}" destId="{91F672CB-7036-4777-8D62-7529D71876DF}" srcOrd="1" destOrd="0" presId="urn:microsoft.com/office/officeart/2005/8/layout/orgChart1"/>
    <dgm:cxn modelId="{E8A881DA-8E0C-45DF-B8AC-248840C21C0E}" type="presParOf" srcId="{6BD28B1D-A447-4254-85FC-D4A0928D062C}" destId="{ECDD402F-B61E-48BA-9696-F74FCC09BD98}" srcOrd="1" destOrd="0" presId="urn:microsoft.com/office/officeart/2005/8/layout/orgChart1"/>
    <dgm:cxn modelId="{5C7DC0AB-61C8-46A8-9B57-0105F1A9B405}" type="presParOf" srcId="{6BD28B1D-A447-4254-85FC-D4A0928D062C}" destId="{947677D1-6E51-4382-B083-09DD022EEB5C}" srcOrd="2" destOrd="0" presId="urn:microsoft.com/office/officeart/2005/8/layout/orgChart1"/>
    <dgm:cxn modelId="{B70CE9BA-D232-4FA1-9A64-1006C727AB2C}" type="presParOf" srcId="{52B19060-B056-4F44-B363-674CC71200BC}" destId="{3BBE47F7-B692-4A0B-BA58-4A3BCE7AA01C}" srcOrd="2" destOrd="0" presId="urn:microsoft.com/office/officeart/2005/8/layout/orgChart1"/>
    <dgm:cxn modelId="{0216BD77-F2CD-4FEC-9087-616B02C6BAD0}" type="presParOf" srcId="{52B19060-B056-4F44-B363-674CC71200BC}" destId="{973CE3FC-83CB-4F2C-BA23-FCD8BB7BAA2C}" srcOrd="3" destOrd="0" presId="urn:microsoft.com/office/officeart/2005/8/layout/orgChart1"/>
    <dgm:cxn modelId="{E5AA2EE2-8EEE-42C2-B0E2-63422AF7D39F}" type="presParOf" srcId="{973CE3FC-83CB-4F2C-BA23-FCD8BB7BAA2C}" destId="{69310573-5E24-4942-A58A-D2DAE85319D9}" srcOrd="0" destOrd="0" presId="urn:microsoft.com/office/officeart/2005/8/layout/orgChart1"/>
    <dgm:cxn modelId="{6AF06AC3-6103-4632-BA02-0A3A23BB2453}" type="presParOf" srcId="{69310573-5E24-4942-A58A-D2DAE85319D9}" destId="{A4562EA9-ACF6-4807-9611-3120626A962C}" srcOrd="0" destOrd="0" presId="urn:microsoft.com/office/officeart/2005/8/layout/orgChart1"/>
    <dgm:cxn modelId="{B9EBA040-6F28-4B8E-987C-1AB0924BD027}" type="presParOf" srcId="{69310573-5E24-4942-A58A-D2DAE85319D9}" destId="{14488BDF-710C-4035-B3DC-F4502489731B}" srcOrd="1" destOrd="0" presId="urn:microsoft.com/office/officeart/2005/8/layout/orgChart1"/>
    <dgm:cxn modelId="{565440C6-BA48-4B19-9740-ACB21EE7FAB5}" type="presParOf" srcId="{973CE3FC-83CB-4F2C-BA23-FCD8BB7BAA2C}" destId="{BAD13947-03C4-4941-8CAD-55705502BBCF}" srcOrd="1" destOrd="0" presId="urn:microsoft.com/office/officeart/2005/8/layout/orgChart1"/>
    <dgm:cxn modelId="{6605EFC0-4EB6-4CC3-82BD-96AB085D5E62}" type="presParOf" srcId="{973CE3FC-83CB-4F2C-BA23-FCD8BB7BAA2C}" destId="{9EDBC9FA-EE76-4ED4-AF63-1445DBE7AA31}" srcOrd="2" destOrd="0" presId="urn:microsoft.com/office/officeart/2005/8/layout/orgChart1"/>
    <dgm:cxn modelId="{B6A62EE9-2DB1-4999-B128-379CEE1ABCE7}" type="presParOf" srcId="{85D9A82B-B5D8-4929-A61A-05E7A008A675}" destId="{687595A3-CC6C-4EDF-A3AD-D3ADF3CB858C}" srcOrd="2" destOrd="0" presId="urn:microsoft.com/office/officeart/2005/8/layout/orgChart1"/>
    <dgm:cxn modelId="{085A0781-FBE7-4A7A-95A5-2AAB5C4365E5}" type="presParOf" srcId="{691F9BC8-89A5-488D-BD83-6D22124B7101}" destId="{6A94C455-A9FA-4DCB-9EE8-F4CEB62C34AD}" srcOrd="2" destOrd="0" presId="urn:microsoft.com/office/officeart/2005/8/layout/orgChart1"/>
    <dgm:cxn modelId="{33F3C526-1B70-4F64-AF82-7C9969C80F2F}" type="presParOf" srcId="{817B7EBF-BBE0-4C64-85AA-7255266F9B52}" destId="{22EFE40D-EB1E-4DCE-8971-16D260D21189}" srcOrd="2" destOrd="0" presId="urn:microsoft.com/office/officeart/2005/8/layout/orgChart1"/>
    <dgm:cxn modelId="{4D469640-B71F-471A-8171-8EADCA91CC34}" type="presParOf" srcId="{A7C11595-F232-4163-85FA-8EAF705C1B5D}" destId="{B3612F3D-EF39-4996-9BD7-3BF3168BC42C}" srcOrd="4" destOrd="0" presId="urn:microsoft.com/office/officeart/2005/8/layout/orgChart1"/>
    <dgm:cxn modelId="{CE17803E-FAF3-42FE-B0BE-1A7E29A7E6B7}" type="presParOf" srcId="{A7C11595-F232-4163-85FA-8EAF705C1B5D}" destId="{889E8F99-AD75-45BA-8341-9C92E9A29EB6}" srcOrd="5" destOrd="0" presId="urn:microsoft.com/office/officeart/2005/8/layout/orgChart1"/>
    <dgm:cxn modelId="{5BF5F006-1F76-49D7-824A-FBC2E2AF68CE}" type="presParOf" srcId="{889E8F99-AD75-45BA-8341-9C92E9A29EB6}" destId="{B1E0855B-ACDC-4196-9AEC-2E7C6A977224}" srcOrd="0" destOrd="0" presId="urn:microsoft.com/office/officeart/2005/8/layout/orgChart1"/>
    <dgm:cxn modelId="{2BB140DC-E2AA-48CB-A2ED-608DA5992595}" type="presParOf" srcId="{B1E0855B-ACDC-4196-9AEC-2E7C6A977224}" destId="{3366A2E8-3F24-4834-98CA-1439ECC4ED4A}" srcOrd="0" destOrd="0" presId="urn:microsoft.com/office/officeart/2005/8/layout/orgChart1"/>
    <dgm:cxn modelId="{5E77B968-3C8B-4CCF-B4D6-2A282F2FE351}" type="presParOf" srcId="{B1E0855B-ACDC-4196-9AEC-2E7C6A977224}" destId="{CD49356A-8874-4206-BA8C-2B8941AB16E3}" srcOrd="1" destOrd="0" presId="urn:microsoft.com/office/officeart/2005/8/layout/orgChart1"/>
    <dgm:cxn modelId="{38CC52C8-52B8-4E6A-9D88-BD5D78008A0C}" type="presParOf" srcId="{889E8F99-AD75-45BA-8341-9C92E9A29EB6}" destId="{495785FB-64BC-4161-91E1-C547F650320A}" srcOrd="1" destOrd="0" presId="urn:microsoft.com/office/officeart/2005/8/layout/orgChart1"/>
    <dgm:cxn modelId="{61B145F3-E942-4EF7-A90E-766D9D65072C}" type="presParOf" srcId="{495785FB-64BC-4161-91E1-C547F650320A}" destId="{E6647ED1-E118-4050-A8CF-89A5B611BBDA}" srcOrd="0" destOrd="0" presId="urn:microsoft.com/office/officeart/2005/8/layout/orgChart1"/>
    <dgm:cxn modelId="{22CEBE11-BE02-4D3E-9655-220714FF675A}" type="presParOf" srcId="{495785FB-64BC-4161-91E1-C547F650320A}" destId="{9BD29AE9-5292-4DD1-B6AD-3010B3A7D2A6}" srcOrd="1" destOrd="0" presId="urn:microsoft.com/office/officeart/2005/8/layout/orgChart1"/>
    <dgm:cxn modelId="{FC8CE3C8-C0A8-45FC-9481-0023EC0A75E2}" type="presParOf" srcId="{9BD29AE9-5292-4DD1-B6AD-3010B3A7D2A6}" destId="{B22DEBFB-5A0B-468F-8516-A4C6C5613D4F}" srcOrd="0" destOrd="0" presId="urn:microsoft.com/office/officeart/2005/8/layout/orgChart1"/>
    <dgm:cxn modelId="{5991D27F-2227-4BB0-803F-C5FBD695745A}" type="presParOf" srcId="{B22DEBFB-5A0B-468F-8516-A4C6C5613D4F}" destId="{3209028E-6BE8-4A82-A8B4-2D20F1F8D810}" srcOrd="0" destOrd="0" presId="urn:microsoft.com/office/officeart/2005/8/layout/orgChart1"/>
    <dgm:cxn modelId="{4EED7C6E-DFE5-44EB-A152-3884E0C8A712}" type="presParOf" srcId="{B22DEBFB-5A0B-468F-8516-A4C6C5613D4F}" destId="{16102997-5ADA-4A0C-A44F-D086B8463712}" srcOrd="1" destOrd="0" presId="urn:microsoft.com/office/officeart/2005/8/layout/orgChart1"/>
    <dgm:cxn modelId="{6C98E1F0-F4C8-408B-AA92-B91619B02CBA}" type="presParOf" srcId="{9BD29AE9-5292-4DD1-B6AD-3010B3A7D2A6}" destId="{A9B1E6EF-D8D0-4E7D-A136-7B99DE3FE1DC}" srcOrd="1" destOrd="0" presId="urn:microsoft.com/office/officeart/2005/8/layout/orgChart1"/>
    <dgm:cxn modelId="{8BDAC033-510A-4BB3-A833-D0F427B2B711}" type="presParOf" srcId="{A9B1E6EF-D8D0-4E7D-A136-7B99DE3FE1DC}" destId="{E8FAE149-1FB6-436B-871C-DF2B43B2B7DB}" srcOrd="0" destOrd="0" presId="urn:microsoft.com/office/officeart/2005/8/layout/orgChart1"/>
    <dgm:cxn modelId="{7213027B-1D7D-483D-99D2-7B0C2D252D74}" type="presParOf" srcId="{A9B1E6EF-D8D0-4E7D-A136-7B99DE3FE1DC}" destId="{D9A863A3-7188-469A-A810-B0531861A5AB}" srcOrd="1" destOrd="0" presId="urn:microsoft.com/office/officeart/2005/8/layout/orgChart1"/>
    <dgm:cxn modelId="{06323748-FF5E-4D1A-9DAF-17DEED1E3129}" type="presParOf" srcId="{D9A863A3-7188-469A-A810-B0531861A5AB}" destId="{912A96E0-07CD-4FD0-BECD-82D3451BE7A1}" srcOrd="0" destOrd="0" presId="urn:microsoft.com/office/officeart/2005/8/layout/orgChart1"/>
    <dgm:cxn modelId="{511103FD-4E43-4ABE-BCF3-17C412F12593}" type="presParOf" srcId="{912A96E0-07CD-4FD0-BECD-82D3451BE7A1}" destId="{60C2A81D-6CC7-4653-B361-321BB7BBB028}" srcOrd="0" destOrd="0" presId="urn:microsoft.com/office/officeart/2005/8/layout/orgChart1"/>
    <dgm:cxn modelId="{E727E8DF-4855-44DD-8B31-7F07682777F3}" type="presParOf" srcId="{912A96E0-07CD-4FD0-BECD-82D3451BE7A1}" destId="{E231D937-3C0A-49B8-A034-7151CBC3FDD4}" srcOrd="1" destOrd="0" presId="urn:microsoft.com/office/officeart/2005/8/layout/orgChart1"/>
    <dgm:cxn modelId="{024E5566-5069-4F30-9F4B-1542B6D63183}" type="presParOf" srcId="{D9A863A3-7188-469A-A810-B0531861A5AB}" destId="{222CE260-2843-48AF-A861-F48E061EAB58}" srcOrd="1" destOrd="0" presId="urn:microsoft.com/office/officeart/2005/8/layout/orgChart1"/>
    <dgm:cxn modelId="{3DE4C494-5155-470B-9155-269B68C3C62B}" type="presParOf" srcId="{222CE260-2843-48AF-A861-F48E061EAB58}" destId="{56B26F46-B95E-4123-B77E-716B64F1AB53}" srcOrd="0" destOrd="0" presId="urn:microsoft.com/office/officeart/2005/8/layout/orgChart1"/>
    <dgm:cxn modelId="{FB645FC9-C90D-4B5C-B3C0-DA2D06116D94}" type="presParOf" srcId="{222CE260-2843-48AF-A861-F48E061EAB58}" destId="{337823AB-F8AB-4FC3-AC1B-34969BFCB486}" srcOrd="1" destOrd="0" presId="urn:microsoft.com/office/officeart/2005/8/layout/orgChart1"/>
    <dgm:cxn modelId="{4AF53D63-2E66-4E97-A0A5-6AD13B28D909}" type="presParOf" srcId="{337823AB-F8AB-4FC3-AC1B-34969BFCB486}" destId="{3A419682-104A-4B12-B4F1-E905D44CC527}" srcOrd="0" destOrd="0" presId="urn:microsoft.com/office/officeart/2005/8/layout/orgChart1"/>
    <dgm:cxn modelId="{5F5985BF-8CDD-4E40-A76A-67F191DF7A7C}" type="presParOf" srcId="{3A419682-104A-4B12-B4F1-E905D44CC527}" destId="{C93B9FFB-11E3-47CB-9831-28DA24319EA5}" srcOrd="0" destOrd="0" presId="urn:microsoft.com/office/officeart/2005/8/layout/orgChart1"/>
    <dgm:cxn modelId="{743B9A38-1D5D-4205-BA0B-22F4D023E401}" type="presParOf" srcId="{3A419682-104A-4B12-B4F1-E905D44CC527}" destId="{BCD7F3CD-F995-434B-BA2E-A93D841E4333}" srcOrd="1" destOrd="0" presId="urn:microsoft.com/office/officeart/2005/8/layout/orgChart1"/>
    <dgm:cxn modelId="{F88E3CDC-BA37-4A35-8361-27D7BB4AA663}" type="presParOf" srcId="{337823AB-F8AB-4FC3-AC1B-34969BFCB486}" destId="{8DB624FE-885B-417C-803E-F2E6BBB0606B}" srcOrd="1" destOrd="0" presId="urn:microsoft.com/office/officeart/2005/8/layout/orgChart1"/>
    <dgm:cxn modelId="{CFEC908D-06D5-472C-AA2C-9F83FD6ED75F}" type="presParOf" srcId="{337823AB-F8AB-4FC3-AC1B-34969BFCB486}" destId="{B29E61E0-B3B6-4EC3-952B-020157180884}" srcOrd="2" destOrd="0" presId="urn:microsoft.com/office/officeart/2005/8/layout/orgChart1"/>
    <dgm:cxn modelId="{DBA09904-AC81-43DE-BFD1-24E0E658084E}" type="presParOf" srcId="{D9A863A3-7188-469A-A810-B0531861A5AB}" destId="{D4E86F22-4BF4-40B3-8787-B91D8E37AC76}" srcOrd="2" destOrd="0" presId="urn:microsoft.com/office/officeart/2005/8/layout/orgChart1"/>
    <dgm:cxn modelId="{6D032167-31BA-42F5-849F-4AB8C8BF6CE7}" type="presParOf" srcId="{9BD29AE9-5292-4DD1-B6AD-3010B3A7D2A6}" destId="{2FE7C21B-E620-4A94-85D1-50419ADAB584}" srcOrd="2" destOrd="0" presId="urn:microsoft.com/office/officeart/2005/8/layout/orgChart1"/>
    <dgm:cxn modelId="{5873AA1B-2731-4928-9318-FC6D8114C12C}" type="presParOf" srcId="{889E8F99-AD75-45BA-8341-9C92E9A29EB6}" destId="{BAA7F2CE-F321-4481-A77D-FF29E495278C}" srcOrd="2" destOrd="0" presId="urn:microsoft.com/office/officeart/2005/8/layout/orgChart1"/>
    <dgm:cxn modelId="{23C4881B-3E25-49B2-9DE7-5BF688A28E0F}" type="presParOf" srcId="{A7C11595-F232-4163-85FA-8EAF705C1B5D}" destId="{0EB0B653-658A-4A3A-B154-0F548512F165}" srcOrd="6" destOrd="0" presId="urn:microsoft.com/office/officeart/2005/8/layout/orgChart1"/>
    <dgm:cxn modelId="{3761A875-6CBE-4502-A5AA-1D11844FF9D3}" type="presParOf" srcId="{A7C11595-F232-4163-85FA-8EAF705C1B5D}" destId="{33B1BA9F-958C-423A-A41F-A0C5682FF6D9}" srcOrd="7" destOrd="0" presId="urn:microsoft.com/office/officeart/2005/8/layout/orgChart1"/>
    <dgm:cxn modelId="{6A780490-8111-4F2A-AD8B-C9692B06C1B3}" type="presParOf" srcId="{33B1BA9F-958C-423A-A41F-A0C5682FF6D9}" destId="{87A33C06-F694-4CC0-BB09-4B5C3148DFD6}" srcOrd="0" destOrd="0" presId="urn:microsoft.com/office/officeart/2005/8/layout/orgChart1"/>
    <dgm:cxn modelId="{7D0466A0-E1AF-4E36-AB23-4140A224E23C}" type="presParOf" srcId="{87A33C06-F694-4CC0-BB09-4B5C3148DFD6}" destId="{F0FED5C7-0754-42EE-B5FF-F0B2856DC4A5}" srcOrd="0" destOrd="0" presId="urn:microsoft.com/office/officeart/2005/8/layout/orgChart1"/>
    <dgm:cxn modelId="{668716E5-A71E-420B-A0AC-D28B81D23731}" type="presParOf" srcId="{87A33C06-F694-4CC0-BB09-4B5C3148DFD6}" destId="{1AE293C6-8FCF-40F4-AC6E-F30EA519A66D}" srcOrd="1" destOrd="0" presId="urn:microsoft.com/office/officeart/2005/8/layout/orgChart1"/>
    <dgm:cxn modelId="{65BB1805-1DE0-4979-89B5-94F004D47F6A}" type="presParOf" srcId="{33B1BA9F-958C-423A-A41F-A0C5682FF6D9}" destId="{5B4EB1EA-355C-42BB-A980-99FA9A42F7A7}" srcOrd="1" destOrd="0" presId="urn:microsoft.com/office/officeart/2005/8/layout/orgChart1"/>
    <dgm:cxn modelId="{35DBBDDD-0E69-491F-BCEB-8DB813DDAEED}" type="presParOf" srcId="{5B4EB1EA-355C-42BB-A980-99FA9A42F7A7}" destId="{283BFB3B-80CB-418A-94FF-00D43FED2B67}" srcOrd="0" destOrd="0" presId="urn:microsoft.com/office/officeart/2005/8/layout/orgChart1"/>
    <dgm:cxn modelId="{5376428C-7ACD-4EE8-9FAC-24539E6055FB}" type="presParOf" srcId="{5B4EB1EA-355C-42BB-A980-99FA9A42F7A7}" destId="{85EE3550-29D9-466B-812B-DD4D30C873DF}" srcOrd="1" destOrd="0" presId="urn:microsoft.com/office/officeart/2005/8/layout/orgChart1"/>
    <dgm:cxn modelId="{EBD3F514-62E0-4C09-9BC6-CA475732C129}" type="presParOf" srcId="{85EE3550-29D9-466B-812B-DD4D30C873DF}" destId="{6375D917-28AB-4397-BAD0-EFDE6EE6215C}" srcOrd="0" destOrd="0" presId="urn:microsoft.com/office/officeart/2005/8/layout/orgChart1"/>
    <dgm:cxn modelId="{2E1C5493-A959-4C7F-B6E7-6A46887D56E8}" type="presParOf" srcId="{6375D917-28AB-4397-BAD0-EFDE6EE6215C}" destId="{F55C97A7-710E-4A39-B69E-068ECC05B454}" srcOrd="0" destOrd="0" presId="urn:microsoft.com/office/officeart/2005/8/layout/orgChart1"/>
    <dgm:cxn modelId="{947D364E-D2E7-4AE2-A2C2-A20D1E116B40}" type="presParOf" srcId="{6375D917-28AB-4397-BAD0-EFDE6EE6215C}" destId="{9FC9B6EA-06CD-459F-B813-656A47BF8B8B}" srcOrd="1" destOrd="0" presId="urn:microsoft.com/office/officeart/2005/8/layout/orgChart1"/>
    <dgm:cxn modelId="{6F3594D6-05AD-4CC7-9AA1-1B79442147CF}" type="presParOf" srcId="{85EE3550-29D9-466B-812B-DD4D30C873DF}" destId="{B8A6135D-4E57-4B42-9DD7-1262DF6E54D6}" srcOrd="1" destOrd="0" presId="urn:microsoft.com/office/officeart/2005/8/layout/orgChart1"/>
    <dgm:cxn modelId="{D765770A-FFBA-458D-B0DB-A37CB56915E1}" type="presParOf" srcId="{B8A6135D-4E57-4B42-9DD7-1262DF6E54D6}" destId="{332D3A9B-4400-4B18-8294-921AAFC93269}" srcOrd="0" destOrd="0" presId="urn:microsoft.com/office/officeart/2005/8/layout/orgChart1"/>
    <dgm:cxn modelId="{82280747-2999-4439-8C13-D95BFF914884}" type="presParOf" srcId="{B8A6135D-4E57-4B42-9DD7-1262DF6E54D6}" destId="{2F8988D4-4B84-44BC-8FAF-6A7E264A91A5}" srcOrd="1" destOrd="0" presId="urn:microsoft.com/office/officeart/2005/8/layout/orgChart1"/>
    <dgm:cxn modelId="{1D838CA7-21D3-4828-8614-986A60D05B8D}" type="presParOf" srcId="{2F8988D4-4B84-44BC-8FAF-6A7E264A91A5}" destId="{919D82B1-6517-4FBD-82A0-4187973609FE}" srcOrd="0" destOrd="0" presId="urn:microsoft.com/office/officeart/2005/8/layout/orgChart1"/>
    <dgm:cxn modelId="{D0FC6C14-857A-4640-A9BB-3471AA617705}" type="presParOf" srcId="{919D82B1-6517-4FBD-82A0-4187973609FE}" destId="{7168BE4B-64C7-4AB7-8577-FF3E7D690DCC}" srcOrd="0" destOrd="0" presId="urn:microsoft.com/office/officeart/2005/8/layout/orgChart1"/>
    <dgm:cxn modelId="{31FCF3EF-1F78-42DB-827A-C601482A29C3}" type="presParOf" srcId="{919D82B1-6517-4FBD-82A0-4187973609FE}" destId="{822E8F94-1921-4CA9-8632-9CBC01757153}" srcOrd="1" destOrd="0" presId="urn:microsoft.com/office/officeart/2005/8/layout/orgChart1"/>
    <dgm:cxn modelId="{043F552B-D1F5-4289-9646-225846AE3D23}" type="presParOf" srcId="{2F8988D4-4B84-44BC-8FAF-6A7E264A91A5}" destId="{CCF200C7-3FBF-44AB-A9F9-1A2C3253573B}" srcOrd="1" destOrd="0" presId="urn:microsoft.com/office/officeart/2005/8/layout/orgChart1"/>
    <dgm:cxn modelId="{452109EE-D2FB-41C7-9AF8-1F1C3D00F700}" type="presParOf" srcId="{CCF200C7-3FBF-44AB-A9F9-1A2C3253573B}" destId="{D4F8C19B-391E-4940-846A-37DA5C35E7BF}" srcOrd="0" destOrd="0" presId="urn:microsoft.com/office/officeart/2005/8/layout/orgChart1"/>
    <dgm:cxn modelId="{2A7B1F1C-27D3-4333-B918-6431D2F89B78}" type="presParOf" srcId="{CCF200C7-3FBF-44AB-A9F9-1A2C3253573B}" destId="{C857C762-F200-4A2A-908B-4B0F9C149BB5}" srcOrd="1" destOrd="0" presId="urn:microsoft.com/office/officeart/2005/8/layout/orgChart1"/>
    <dgm:cxn modelId="{D8C42CEA-5D6D-4206-BED8-0FEF26CDA554}" type="presParOf" srcId="{C857C762-F200-4A2A-908B-4B0F9C149BB5}" destId="{7C9FF2E8-C4B7-4572-877F-3E892EF37CFD}" srcOrd="0" destOrd="0" presId="urn:microsoft.com/office/officeart/2005/8/layout/orgChart1"/>
    <dgm:cxn modelId="{F2256ABC-104B-495A-833D-5D9C0E251CD1}" type="presParOf" srcId="{7C9FF2E8-C4B7-4572-877F-3E892EF37CFD}" destId="{D198A6FA-8642-4CAD-A2DC-8B2453E544F0}" srcOrd="0" destOrd="0" presId="urn:microsoft.com/office/officeart/2005/8/layout/orgChart1"/>
    <dgm:cxn modelId="{9C60D135-C736-4EC5-9A50-8528DD9ABB72}" type="presParOf" srcId="{7C9FF2E8-C4B7-4572-877F-3E892EF37CFD}" destId="{0B45592E-2CA3-47AA-ADBE-E12DED6B5319}" srcOrd="1" destOrd="0" presId="urn:microsoft.com/office/officeart/2005/8/layout/orgChart1"/>
    <dgm:cxn modelId="{552263AE-4B4B-46C1-A75C-CF725B613BCB}" type="presParOf" srcId="{C857C762-F200-4A2A-908B-4B0F9C149BB5}" destId="{9ACC18FF-8986-4C6B-8EA9-B725ACA718EB}" srcOrd="1" destOrd="0" presId="urn:microsoft.com/office/officeart/2005/8/layout/orgChart1"/>
    <dgm:cxn modelId="{98FCA5AF-C755-46A6-B185-7DA294C556D8}" type="presParOf" srcId="{C857C762-F200-4A2A-908B-4B0F9C149BB5}" destId="{4F890597-E4ED-425B-9E55-3A331451981C}" srcOrd="2" destOrd="0" presId="urn:microsoft.com/office/officeart/2005/8/layout/orgChart1"/>
    <dgm:cxn modelId="{A2F259A0-EA74-4CC6-82DD-18E16C5473BB}" type="presParOf" srcId="{2F8988D4-4B84-44BC-8FAF-6A7E264A91A5}" destId="{4DBE6D2B-4C8F-4DCD-AE3C-DBB668C9EEE4}" srcOrd="2" destOrd="0" presId="urn:microsoft.com/office/officeart/2005/8/layout/orgChart1"/>
    <dgm:cxn modelId="{3DD7D12C-EB37-494F-8D08-C53FBE4C235D}" type="presParOf" srcId="{B8A6135D-4E57-4B42-9DD7-1262DF6E54D6}" destId="{AACFAADE-E2D5-4913-8E8F-E03DA0D9F9F3}" srcOrd="2" destOrd="0" presId="urn:microsoft.com/office/officeart/2005/8/layout/orgChart1"/>
    <dgm:cxn modelId="{AF94FCDE-CCEB-4DC8-A7CD-A4F6CE35ED3C}" type="presParOf" srcId="{B8A6135D-4E57-4B42-9DD7-1262DF6E54D6}" destId="{643E3915-DEFD-4E83-AD43-51F1A9A5DBD0}" srcOrd="3" destOrd="0" presId="urn:microsoft.com/office/officeart/2005/8/layout/orgChart1"/>
    <dgm:cxn modelId="{F64058F4-9043-4F78-8F2F-2880BE8D0C7B}" type="presParOf" srcId="{643E3915-DEFD-4E83-AD43-51F1A9A5DBD0}" destId="{804C14AD-7277-4799-B974-F86847996035}" srcOrd="0" destOrd="0" presId="urn:microsoft.com/office/officeart/2005/8/layout/orgChart1"/>
    <dgm:cxn modelId="{C4D9A15F-8D65-4265-93CE-45BD777AD717}" type="presParOf" srcId="{804C14AD-7277-4799-B974-F86847996035}" destId="{27B6B416-8EE0-4B09-B21B-EC46483BE859}" srcOrd="0" destOrd="0" presId="urn:microsoft.com/office/officeart/2005/8/layout/orgChart1"/>
    <dgm:cxn modelId="{AB0F5722-0357-4D4C-8D84-FB28F256E0C4}" type="presParOf" srcId="{804C14AD-7277-4799-B974-F86847996035}" destId="{A5B238B4-84C3-4A79-8AC7-9264766F94ED}" srcOrd="1" destOrd="0" presId="urn:microsoft.com/office/officeart/2005/8/layout/orgChart1"/>
    <dgm:cxn modelId="{E43DC706-1B46-42F7-B21F-F15F81EFCCEA}" type="presParOf" srcId="{643E3915-DEFD-4E83-AD43-51F1A9A5DBD0}" destId="{F162CB1A-8565-4A7A-9442-338A637096AB}" srcOrd="1" destOrd="0" presId="urn:microsoft.com/office/officeart/2005/8/layout/orgChart1"/>
    <dgm:cxn modelId="{BDEE69DC-3AEC-4800-9C3B-03666AB3AF9A}" type="presParOf" srcId="{643E3915-DEFD-4E83-AD43-51F1A9A5DBD0}" destId="{11ECC0BA-F03D-47BF-8AC1-3338D4F6514B}" srcOrd="2" destOrd="0" presId="urn:microsoft.com/office/officeart/2005/8/layout/orgChart1"/>
    <dgm:cxn modelId="{FB8B8282-7C91-469E-A52E-509C4736090C}" type="presParOf" srcId="{85EE3550-29D9-466B-812B-DD4D30C873DF}" destId="{DAB3FC62-854C-4861-9CF6-841A3A3964C4}" srcOrd="2" destOrd="0" presId="urn:microsoft.com/office/officeart/2005/8/layout/orgChart1"/>
    <dgm:cxn modelId="{1BF748ED-A291-40DF-AF12-968C6D4871E2}" type="presParOf" srcId="{33B1BA9F-958C-423A-A41F-A0C5682FF6D9}" destId="{9DCBB7A6-D94E-4F54-8153-0B525F99DE36}" srcOrd="2" destOrd="0" presId="urn:microsoft.com/office/officeart/2005/8/layout/orgChart1"/>
    <dgm:cxn modelId="{07E4B6AD-4A95-4668-A209-3D399406BF25}" type="presParOf" srcId="{A7C11595-F232-4163-85FA-8EAF705C1B5D}" destId="{84F5AB07-0C39-4893-A920-57594158BD9B}" srcOrd="8" destOrd="0" presId="urn:microsoft.com/office/officeart/2005/8/layout/orgChart1"/>
    <dgm:cxn modelId="{47AFE96A-8FC4-417D-A4C1-B2EA8563723F}" type="presParOf" srcId="{A7C11595-F232-4163-85FA-8EAF705C1B5D}" destId="{93A1A191-3A65-445F-BB8A-F6F6BD116339}" srcOrd="9" destOrd="0" presId="urn:microsoft.com/office/officeart/2005/8/layout/orgChart1"/>
    <dgm:cxn modelId="{228DF4D5-31A2-4077-A397-C0E64D7D4952}" type="presParOf" srcId="{93A1A191-3A65-445F-BB8A-F6F6BD116339}" destId="{6BF9E2DC-DE2B-4B03-A833-4391A145053E}" srcOrd="0" destOrd="0" presId="urn:microsoft.com/office/officeart/2005/8/layout/orgChart1"/>
    <dgm:cxn modelId="{982A5922-4288-4A12-94D5-B7509D34C635}" type="presParOf" srcId="{6BF9E2DC-DE2B-4B03-A833-4391A145053E}" destId="{604794B7-911B-4637-A00F-301CDA89790B}" srcOrd="0" destOrd="0" presId="urn:microsoft.com/office/officeart/2005/8/layout/orgChart1"/>
    <dgm:cxn modelId="{C2F366D9-CB8F-45EF-9BB4-A72AA90773BE}" type="presParOf" srcId="{6BF9E2DC-DE2B-4B03-A833-4391A145053E}" destId="{8CA0E559-19EF-4516-B485-EE102A880AB3}" srcOrd="1" destOrd="0" presId="urn:microsoft.com/office/officeart/2005/8/layout/orgChart1"/>
    <dgm:cxn modelId="{D16E1198-ADF6-43E5-8647-173CA0321E42}" type="presParOf" srcId="{93A1A191-3A65-445F-BB8A-F6F6BD116339}" destId="{BE820D91-CF89-46A1-AA4A-60676AF77DE6}" srcOrd="1" destOrd="0" presId="urn:microsoft.com/office/officeart/2005/8/layout/orgChart1"/>
    <dgm:cxn modelId="{50513C0C-6DB8-4925-B17A-540BF3353677}" type="presParOf" srcId="{BE820D91-CF89-46A1-AA4A-60676AF77DE6}" destId="{D47A8E27-B674-4AFA-88D7-7C7BC95CCC14}" srcOrd="0" destOrd="0" presId="urn:microsoft.com/office/officeart/2005/8/layout/orgChart1"/>
    <dgm:cxn modelId="{1C151487-5F32-4E91-BBBE-4A97561A43BE}" type="presParOf" srcId="{BE820D91-CF89-46A1-AA4A-60676AF77DE6}" destId="{04434000-6051-4246-9764-439545984B76}" srcOrd="1" destOrd="0" presId="urn:microsoft.com/office/officeart/2005/8/layout/orgChart1"/>
    <dgm:cxn modelId="{4DAD975C-14DE-4C54-9F22-016184FDAA93}" type="presParOf" srcId="{04434000-6051-4246-9764-439545984B76}" destId="{15DD0D65-D348-464D-AFDE-6320D9A0E372}" srcOrd="0" destOrd="0" presId="urn:microsoft.com/office/officeart/2005/8/layout/orgChart1"/>
    <dgm:cxn modelId="{FE3BE484-4D12-472B-9249-A588125CC84E}" type="presParOf" srcId="{15DD0D65-D348-464D-AFDE-6320D9A0E372}" destId="{FE31FBB8-3D0F-4538-8ED8-313A09E3AFEF}" srcOrd="0" destOrd="0" presId="urn:microsoft.com/office/officeart/2005/8/layout/orgChart1"/>
    <dgm:cxn modelId="{283A6F91-FC8B-4053-A506-9878C286A62F}" type="presParOf" srcId="{15DD0D65-D348-464D-AFDE-6320D9A0E372}" destId="{54EC11D4-CC7A-44F3-A05E-5EC8FD3F544E}" srcOrd="1" destOrd="0" presId="urn:microsoft.com/office/officeart/2005/8/layout/orgChart1"/>
    <dgm:cxn modelId="{7A60FA17-4A13-479C-9A0D-2AC48D7F0DE0}" type="presParOf" srcId="{04434000-6051-4246-9764-439545984B76}" destId="{72DA3676-D2F5-4639-B348-B370AFF31983}" srcOrd="1" destOrd="0" presId="urn:microsoft.com/office/officeart/2005/8/layout/orgChart1"/>
    <dgm:cxn modelId="{FE0B1E89-15C0-4256-90BB-4DC5AF133817}" type="presParOf" srcId="{72DA3676-D2F5-4639-B348-B370AFF31983}" destId="{0C9F4EBF-C3FD-4202-A3A1-21F9BB3AB0DC}" srcOrd="0" destOrd="0" presId="urn:microsoft.com/office/officeart/2005/8/layout/orgChart1"/>
    <dgm:cxn modelId="{C33DD97A-DE36-41AE-AA1A-866DC59DBC8C}" type="presParOf" srcId="{72DA3676-D2F5-4639-B348-B370AFF31983}" destId="{92D5826C-1A2D-4428-A272-A5DC3049F220}" srcOrd="1" destOrd="0" presId="urn:microsoft.com/office/officeart/2005/8/layout/orgChart1"/>
    <dgm:cxn modelId="{B673B35B-ED2C-4E3F-9526-A1F87840FCF3}" type="presParOf" srcId="{92D5826C-1A2D-4428-A272-A5DC3049F220}" destId="{2227EEA7-687F-42AE-90EC-EEFE317A5A04}" srcOrd="0" destOrd="0" presId="urn:microsoft.com/office/officeart/2005/8/layout/orgChart1"/>
    <dgm:cxn modelId="{FAB2E195-C3A0-4F4A-8EAF-685719284BAB}" type="presParOf" srcId="{2227EEA7-687F-42AE-90EC-EEFE317A5A04}" destId="{68217BAE-E404-4FFA-BAD5-0813D8F3CC68}" srcOrd="0" destOrd="0" presId="urn:microsoft.com/office/officeart/2005/8/layout/orgChart1"/>
    <dgm:cxn modelId="{89C992B6-73D6-4218-949D-2B878282251C}" type="presParOf" srcId="{2227EEA7-687F-42AE-90EC-EEFE317A5A04}" destId="{04CBB25B-A0DD-4BFC-A636-F55C540E3406}" srcOrd="1" destOrd="0" presId="urn:microsoft.com/office/officeart/2005/8/layout/orgChart1"/>
    <dgm:cxn modelId="{D9E95554-5120-4A36-A27D-410BC549344B}" type="presParOf" srcId="{92D5826C-1A2D-4428-A272-A5DC3049F220}" destId="{C2E09303-B827-42F8-80FC-DFB8FAFA074A}" srcOrd="1" destOrd="0" presId="urn:microsoft.com/office/officeart/2005/8/layout/orgChart1"/>
    <dgm:cxn modelId="{B6CDBDEF-E623-4399-9146-0482FE756ADA}" type="presParOf" srcId="{C2E09303-B827-42F8-80FC-DFB8FAFA074A}" destId="{E623131C-0DEA-4D09-8BB7-6032B894D86B}" srcOrd="0" destOrd="0" presId="urn:microsoft.com/office/officeart/2005/8/layout/orgChart1"/>
    <dgm:cxn modelId="{412C98D4-86B4-46E6-8357-4235E24A673E}" type="presParOf" srcId="{C2E09303-B827-42F8-80FC-DFB8FAFA074A}" destId="{2434B98E-1D5F-49E6-B24A-89C37CEE1F74}" srcOrd="1" destOrd="0" presId="urn:microsoft.com/office/officeart/2005/8/layout/orgChart1"/>
    <dgm:cxn modelId="{C3E22DA0-EE64-40AC-98C4-6822FE4B2535}" type="presParOf" srcId="{2434B98E-1D5F-49E6-B24A-89C37CEE1F74}" destId="{D7C3AEE7-2266-45CC-AF83-71C36FB58BA7}" srcOrd="0" destOrd="0" presId="urn:microsoft.com/office/officeart/2005/8/layout/orgChart1"/>
    <dgm:cxn modelId="{69D37CE6-F4A0-40AA-B326-C8A6E40460DC}" type="presParOf" srcId="{D7C3AEE7-2266-45CC-AF83-71C36FB58BA7}" destId="{DA377761-4971-460D-919E-F63FCD1B7AC5}" srcOrd="0" destOrd="0" presId="urn:microsoft.com/office/officeart/2005/8/layout/orgChart1"/>
    <dgm:cxn modelId="{E8D7178F-D213-4089-98A7-0668F78111AB}" type="presParOf" srcId="{D7C3AEE7-2266-45CC-AF83-71C36FB58BA7}" destId="{6C217B5B-B8F1-4774-8F7D-7B86F828B220}" srcOrd="1" destOrd="0" presId="urn:microsoft.com/office/officeart/2005/8/layout/orgChart1"/>
    <dgm:cxn modelId="{FDF60855-E5FE-4114-9C71-AE598C611DE3}" type="presParOf" srcId="{2434B98E-1D5F-49E6-B24A-89C37CEE1F74}" destId="{C7F6CA1A-483A-4D4B-9062-73DD7D1937C9}" srcOrd="1" destOrd="0" presId="urn:microsoft.com/office/officeart/2005/8/layout/orgChart1"/>
    <dgm:cxn modelId="{B618E92C-07D8-4592-BD4A-4F881B5B5127}" type="presParOf" srcId="{2434B98E-1D5F-49E6-B24A-89C37CEE1F74}" destId="{513D57A5-80F7-41E6-9988-CA84F1F5A558}" srcOrd="2" destOrd="0" presId="urn:microsoft.com/office/officeart/2005/8/layout/orgChart1"/>
    <dgm:cxn modelId="{62199A30-8247-410D-B222-5E6B2792DDE7}" type="presParOf" srcId="{92D5826C-1A2D-4428-A272-A5DC3049F220}" destId="{2B51B52D-51C4-47A4-B645-B1936B02492A}" srcOrd="2" destOrd="0" presId="urn:microsoft.com/office/officeart/2005/8/layout/orgChart1"/>
    <dgm:cxn modelId="{29F9A563-BDAE-4B59-BB34-106823ACC9FE}" type="presParOf" srcId="{04434000-6051-4246-9764-439545984B76}" destId="{42BE3D76-AC41-49E6-A1DD-84F7DD73E4A1}" srcOrd="2" destOrd="0" presId="urn:microsoft.com/office/officeart/2005/8/layout/orgChart1"/>
    <dgm:cxn modelId="{13F24AB7-2785-419B-93C4-F461AA3BA9D1}" type="presParOf" srcId="{93A1A191-3A65-445F-BB8A-F6F6BD116339}" destId="{474F98C6-589C-43BE-9DA7-E7C87E608D83}" srcOrd="2" destOrd="0" presId="urn:microsoft.com/office/officeart/2005/8/layout/orgChart1"/>
    <dgm:cxn modelId="{5DBA737F-EEFC-427C-B370-8C109B78DC5D}" type="presParOf" srcId="{A7C11595-F232-4163-85FA-8EAF705C1B5D}" destId="{9A50FAD9-E074-44FA-81C7-C034E961CDEC}" srcOrd="10" destOrd="0" presId="urn:microsoft.com/office/officeart/2005/8/layout/orgChart1"/>
    <dgm:cxn modelId="{585B7332-896A-4301-A52A-F0C9A346D490}" type="presParOf" srcId="{A7C11595-F232-4163-85FA-8EAF705C1B5D}" destId="{128062DC-5515-4C9C-AEE0-F313874E8086}" srcOrd="11" destOrd="0" presId="urn:microsoft.com/office/officeart/2005/8/layout/orgChart1"/>
    <dgm:cxn modelId="{F0DC0A40-8FA5-4EC5-B959-EDA9DC7F56E5}" type="presParOf" srcId="{128062DC-5515-4C9C-AEE0-F313874E8086}" destId="{1973F2EB-914C-44A8-B043-32342A1C9765}" srcOrd="0" destOrd="0" presId="urn:microsoft.com/office/officeart/2005/8/layout/orgChart1"/>
    <dgm:cxn modelId="{D2AF0A20-50C0-4FD1-BA18-1F1614B50694}" type="presParOf" srcId="{1973F2EB-914C-44A8-B043-32342A1C9765}" destId="{75405E9A-3838-4CD3-BE51-AA8E5E0381E2}" srcOrd="0" destOrd="0" presId="urn:microsoft.com/office/officeart/2005/8/layout/orgChart1"/>
    <dgm:cxn modelId="{3D154FA5-9CA0-4B48-95B1-48AFB3E7B168}" type="presParOf" srcId="{1973F2EB-914C-44A8-B043-32342A1C9765}" destId="{E918C54D-94A7-4CC9-B37B-FBEC709E79ED}" srcOrd="1" destOrd="0" presId="urn:microsoft.com/office/officeart/2005/8/layout/orgChart1"/>
    <dgm:cxn modelId="{C202D1A1-385A-48CE-A831-79E60AC8C3C7}" type="presParOf" srcId="{128062DC-5515-4C9C-AEE0-F313874E8086}" destId="{68426905-0032-4C60-A998-383282275335}" srcOrd="1" destOrd="0" presId="urn:microsoft.com/office/officeart/2005/8/layout/orgChart1"/>
    <dgm:cxn modelId="{B6FEE724-1305-439E-A893-A8175C547E03}" type="presParOf" srcId="{68426905-0032-4C60-A998-383282275335}" destId="{EC1A36B2-1AAE-4283-B4A4-310FA0FF9F60}" srcOrd="0" destOrd="0" presId="urn:microsoft.com/office/officeart/2005/8/layout/orgChart1"/>
    <dgm:cxn modelId="{8119CB31-443D-4649-8372-A70E6C01FF38}" type="presParOf" srcId="{68426905-0032-4C60-A998-383282275335}" destId="{D3907750-77D0-4EB3-9545-CA85E584F9D0}" srcOrd="1" destOrd="0" presId="urn:microsoft.com/office/officeart/2005/8/layout/orgChart1"/>
    <dgm:cxn modelId="{E424642D-5ABB-43C4-8835-D4AA3A1EE3B0}" type="presParOf" srcId="{D3907750-77D0-4EB3-9545-CA85E584F9D0}" destId="{D9FA148E-1794-48FA-AABF-FCBB98B1DA6A}" srcOrd="0" destOrd="0" presId="urn:microsoft.com/office/officeart/2005/8/layout/orgChart1"/>
    <dgm:cxn modelId="{F6E1670A-859B-495B-9A94-4297ED8DC008}" type="presParOf" srcId="{D9FA148E-1794-48FA-AABF-FCBB98B1DA6A}" destId="{CA03923B-2F30-44AB-A63E-E38D0B5BB9C5}" srcOrd="0" destOrd="0" presId="urn:microsoft.com/office/officeart/2005/8/layout/orgChart1"/>
    <dgm:cxn modelId="{D680A257-B709-4E14-A721-4DAAB114B9C3}" type="presParOf" srcId="{D9FA148E-1794-48FA-AABF-FCBB98B1DA6A}" destId="{FA023AC4-EC83-427B-8DC0-C093368C6A47}" srcOrd="1" destOrd="0" presId="urn:microsoft.com/office/officeart/2005/8/layout/orgChart1"/>
    <dgm:cxn modelId="{34F8D1A9-4221-4838-8670-330ED19250F6}" type="presParOf" srcId="{D3907750-77D0-4EB3-9545-CA85E584F9D0}" destId="{80E27C16-AB4E-4667-908B-1667273C28A4}" srcOrd="1" destOrd="0" presId="urn:microsoft.com/office/officeart/2005/8/layout/orgChart1"/>
    <dgm:cxn modelId="{2837E804-195B-4533-A276-552CBFCB09DA}" type="presParOf" srcId="{80E27C16-AB4E-4667-908B-1667273C28A4}" destId="{ADCD1108-11A5-468C-9ABF-C1942A0AE05B}" srcOrd="0" destOrd="0" presId="urn:microsoft.com/office/officeart/2005/8/layout/orgChart1"/>
    <dgm:cxn modelId="{A07F9F3E-CCC8-4032-ACCC-E80D9B08DB5A}" type="presParOf" srcId="{80E27C16-AB4E-4667-908B-1667273C28A4}" destId="{00727E20-3347-4CB4-83D7-7811098FC199}" srcOrd="1" destOrd="0" presId="urn:microsoft.com/office/officeart/2005/8/layout/orgChart1"/>
    <dgm:cxn modelId="{E04F9BF1-CE17-4F55-A004-9299F615B85B}" type="presParOf" srcId="{00727E20-3347-4CB4-83D7-7811098FC199}" destId="{56E438F9-8460-401E-A6C6-2608A6CE9140}" srcOrd="0" destOrd="0" presId="urn:microsoft.com/office/officeart/2005/8/layout/orgChart1"/>
    <dgm:cxn modelId="{2113A9C7-7726-46D4-8E83-E9FE2F5A1F46}" type="presParOf" srcId="{56E438F9-8460-401E-A6C6-2608A6CE9140}" destId="{456459B5-ADE4-40B3-B663-8B2A49B9045E}" srcOrd="0" destOrd="0" presId="urn:microsoft.com/office/officeart/2005/8/layout/orgChart1"/>
    <dgm:cxn modelId="{930B4CBF-5557-40E6-8D74-E8AF679BD635}" type="presParOf" srcId="{56E438F9-8460-401E-A6C6-2608A6CE9140}" destId="{B7BF15B9-C41E-4B61-ABBB-D6B31AAB146D}" srcOrd="1" destOrd="0" presId="urn:microsoft.com/office/officeart/2005/8/layout/orgChart1"/>
    <dgm:cxn modelId="{8A9219E3-8D28-42C2-B6B3-0E4BFAD726B9}" type="presParOf" srcId="{00727E20-3347-4CB4-83D7-7811098FC199}" destId="{86EE01DE-2C6A-47DB-B24E-2B0E8423B77D}" srcOrd="1" destOrd="0" presId="urn:microsoft.com/office/officeart/2005/8/layout/orgChart1"/>
    <dgm:cxn modelId="{EE47505E-5722-45F6-A7CF-0C170C3EEC72}" type="presParOf" srcId="{00727E20-3347-4CB4-83D7-7811098FC199}" destId="{C539397B-7E98-4507-A50D-FC9064DAFA7D}" srcOrd="2" destOrd="0" presId="urn:microsoft.com/office/officeart/2005/8/layout/orgChart1"/>
    <dgm:cxn modelId="{8EF400E3-65C8-45AE-A956-E5539623B0DE}" type="presParOf" srcId="{D3907750-77D0-4EB3-9545-CA85E584F9D0}" destId="{7555BE4B-7D36-4C19-8F73-8338182F52CB}" srcOrd="2" destOrd="0" presId="urn:microsoft.com/office/officeart/2005/8/layout/orgChart1"/>
    <dgm:cxn modelId="{8FA92F42-57A1-4B80-8228-5713D521814C}" type="presParOf" srcId="{128062DC-5515-4C9C-AEE0-F313874E8086}" destId="{C4418738-63D6-43AD-94A5-743C0438535A}" srcOrd="2" destOrd="0" presId="urn:microsoft.com/office/officeart/2005/8/layout/orgChart1"/>
    <dgm:cxn modelId="{49EB0BFB-B66A-47BA-A629-FD48A89A1D33}" type="presParOf" srcId="{A7C11595-F232-4163-85FA-8EAF705C1B5D}" destId="{BD036290-BE8B-4F01-AF83-173967736EBE}" srcOrd="12" destOrd="0" presId="urn:microsoft.com/office/officeart/2005/8/layout/orgChart1"/>
    <dgm:cxn modelId="{73CE79B3-DEFB-40E0-B55C-CFD4DBE4CF47}" type="presParOf" srcId="{A7C11595-F232-4163-85FA-8EAF705C1B5D}" destId="{8BFED4A9-A4D0-41F4-AE57-0F1297E0C356}" srcOrd="13" destOrd="0" presId="urn:microsoft.com/office/officeart/2005/8/layout/orgChart1"/>
    <dgm:cxn modelId="{97993910-7B23-4AFC-AB08-B57C19BAB31A}" type="presParOf" srcId="{8BFED4A9-A4D0-41F4-AE57-0F1297E0C356}" destId="{27D4370E-F9F3-43C6-A094-92036580F01E}" srcOrd="0" destOrd="0" presId="urn:microsoft.com/office/officeart/2005/8/layout/orgChart1"/>
    <dgm:cxn modelId="{1A5B2ADC-1910-4DA1-8092-279B42C326EF}" type="presParOf" srcId="{27D4370E-F9F3-43C6-A094-92036580F01E}" destId="{DEAAA468-9640-4126-A86A-267B0BC10FDF}" srcOrd="0" destOrd="0" presId="urn:microsoft.com/office/officeart/2005/8/layout/orgChart1"/>
    <dgm:cxn modelId="{54132D65-EC1C-4047-8FC1-174C99CABE2B}" type="presParOf" srcId="{27D4370E-F9F3-43C6-A094-92036580F01E}" destId="{CEDAC15F-7FF2-43BD-8DF2-3E1635403B65}" srcOrd="1" destOrd="0" presId="urn:microsoft.com/office/officeart/2005/8/layout/orgChart1"/>
    <dgm:cxn modelId="{C1F1A154-011C-4EED-A70D-DA8C331F85A9}" type="presParOf" srcId="{8BFED4A9-A4D0-41F4-AE57-0F1297E0C356}" destId="{B63C84F0-E6D0-4F72-A6CD-96E4C8D51719}" srcOrd="1" destOrd="0" presId="urn:microsoft.com/office/officeart/2005/8/layout/orgChart1"/>
    <dgm:cxn modelId="{70B36A08-B5E8-4F5D-920B-4A0685FD1433}" type="presParOf" srcId="{B63C84F0-E6D0-4F72-A6CD-96E4C8D51719}" destId="{B68AE5B8-C78A-43F7-8ADD-3AA790B680FB}" srcOrd="0" destOrd="0" presId="urn:microsoft.com/office/officeart/2005/8/layout/orgChart1"/>
    <dgm:cxn modelId="{9D88E859-C574-454A-898C-651FDE11E4C3}" type="presParOf" srcId="{B63C84F0-E6D0-4F72-A6CD-96E4C8D51719}" destId="{4AAA1A16-7DD2-47CB-89BE-27572B7477D5}" srcOrd="1" destOrd="0" presId="urn:microsoft.com/office/officeart/2005/8/layout/orgChart1"/>
    <dgm:cxn modelId="{D6ED1C91-44B7-4DDB-9818-9409362EE05F}" type="presParOf" srcId="{4AAA1A16-7DD2-47CB-89BE-27572B7477D5}" destId="{ECFEFD04-40F9-416E-B5F4-FA58A01CAFA6}" srcOrd="0" destOrd="0" presId="urn:microsoft.com/office/officeart/2005/8/layout/orgChart1"/>
    <dgm:cxn modelId="{2DA3B06F-738A-4D2D-99A8-E028AC60A314}" type="presParOf" srcId="{ECFEFD04-40F9-416E-B5F4-FA58A01CAFA6}" destId="{32482A78-9353-4899-9BD0-B7A0B2F763AE}" srcOrd="0" destOrd="0" presId="urn:microsoft.com/office/officeart/2005/8/layout/orgChart1"/>
    <dgm:cxn modelId="{20C90FD7-B03C-42E6-851F-82AF29CC68F5}" type="presParOf" srcId="{ECFEFD04-40F9-416E-B5F4-FA58A01CAFA6}" destId="{3D032A54-B5DA-4032-8BE1-362DB37E23FD}" srcOrd="1" destOrd="0" presId="urn:microsoft.com/office/officeart/2005/8/layout/orgChart1"/>
    <dgm:cxn modelId="{C5EF23AF-4998-4B6D-8A0B-5D03C2CFF9A1}" type="presParOf" srcId="{4AAA1A16-7DD2-47CB-89BE-27572B7477D5}" destId="{B8D6903B-25A5-4F66-BF53-4F857DDCB490}" srcOrd="1" destOrd="0" presId="urn:microsoft.com/office/officeart/2005/8/layout/orgChart1"/>
    <dgm:cxn modelId="{7581BF3E-0B73-4E5E-BE40-5DE798A15A56}" type="presParOf" srcId="{B8D6903B-25A5-4F66-BF53-4F857DDCB490}" destId="{1FFE4459-04CD-44CC-8982-5CEB685EBC97}" srcOrd="0" destOrd="0" presId="urn:microsoft.com/office/officeart/2005/8/layout/orgChart1"/>
    <dgm:cxn modelId="{324C37E1-6971-4E2E-853E-8FF98C5E7466}" type="presParOf" srcId="{B8D6903B-25A5-4F66-BF53-4F857DDCB490}" destId="{8BA5EFB3-F0CA-4C8D-A527-F6A8405CE6A2}" srcOrd="1" destOrd="0" presId="urn:microsoft.com/office/officeart/2005/8/layout/orgChart1"/>
    <dgm:cxn modelId="{834E48AD-590C-43EC-B04C-615C7AC4D4A7}" type="presParOf" srcId="{8BA5EFB3-F0CA-4C8D-A527-F6A8405CE6A2}" destId="{92779C1C-054D-46B0-A056-D8A2D5E85D3B}" srcOrd="0" destOrd="0" presId="urn:microsoft.com/office/officeart/2005/8/layout/orgChart1"/>
    <dgm:cxn modelId="{477DCCEC-E2EB-4A2E-8277-322F8E23951B}" type="presParOf" srcId="{92779C1C-054D-46B0-A056-D8A2D5E85D3B}" destId="{842F3502-341B-4DC0-ABA4-3DF087EF38B6}" srcOrd="0" destOrd="0" presId="urn:microsoft.com/office/officeart/2005/8/layout/orgChart1"/>
    <dgm:cxn modelId="{BBC17E4B-2C25-4DE7-B47F-C4BAC2841603}" type="presParOf" srcId="{92779C1C-054D-46B0-A056-D8A2D5E85D3B}" destId="{0D7DCEBB-CE33-49E1-9B4B-BB3A8A435FE1}" srcOrd="1" destOrd="0" presId="urn:microsoft.com/office/officeart/2005/8/layout/orgChart1"/>
    <dgm:cxn modelId="{78FE6058-6639-4FAF-9FCA-F591559FCA68}" type="presParOf" srcId="{8BA5EFB3-F0CA-4C8D-A527-F6A8405CE6A2}" destId="{FA208FED-388E-451B-994C-12CDD99CBDA4}" srcOrd="1" destOrd="0" presId="urn:microsoft.com/office/officeart/2005/8/layout/orgChart1"/>
    <dgm:cxn modelId="{4CB37284-A318-4025-A47D-2B2F3454D0FD}" type="presParOf" srcId="{FA208FED-388E-451B-994C-12CDD99CBDA4}" destId="{689B626A-E270-43E2-937D-2C69209CBE7F}" srcOrd="0" destOrd="0" presId="urn:microsoft.com/office/officeart/2005/8/layout/orgChart1"/>
    <dgm:cxn modelId="{A5A733CC-1262-4EDB-9D87-92CAAF3F2015}" type="presParOf" srcId="{FA208FED-388E-451B-994C-12CDD99CBDA4}" destId="{2C60D3A7-6C8E-4E10-A743-1315B0BD07F3}" srcOrd="1" destOrd="0" presId="urn:microsoft.com/office/officeart/2005/8/layout/orgChart1"/>
    <dgm:cxn modelId="{1FF8B0CF-9E7E-4EC9-8E1A-89AC92FCF8D4}" type="presParOf" srcId="{2C60D3A7-6C8E-4E10-A743-1315B0BD07F3}" destId="{63EF72A9-DF9D-4A46-B2A0-B4C9C6C6A41D}" srcOrd="0" destOrd="0" presId="urn:microsoft.com/office/officeart/2005/8/layout/orgChart1"/>
    <dgm:cxn modelId="{C982924F-AF25-4D8D-8616-3AE74D75035A}" type="presParOf" srcId="{63EF72A9-DF9D-4A46-B2A0-B4C9C6C6A41D}" destId="{23E0C35A-063C-447A-A5AE-9B4D037A8206}" srcOrd="0" destOrd="0" presId="urn:microsoft.com/office/officeart/2005/8/layout/orgChart1"/>
    <dgm:cxn modelId="{2910BA69-0245-4E4A-AA56-3826F4137906}" type="presParOf" srcId="{63EF72A9-DF9D-4A46-B2A0-B4C9C6C6A41D}" destId="{1DE2E852-17A2-4AEF-A228-C6472406137C}" srcOrd="1" destOrd="0" presId="urn:microsoft.com/office/officeart/2005/8/layout/orgChart1"/>
    <dgm:cxn modelId="{E83D9F0C-E81B-45C3-8D7A-0638FF272BF5}" type="presParOf" srcId="{2C60D3A7-6C8E-4E10-A743-1315B0BD07F3}" destId="{C09E98DA-F383-4075-B19C-A7ACB42A9472}" srcOrd="1" destOrd="0" presId="urn:microsoft.com/office/officeart/2005/8/layout/orgChart1"/>
    <dgm:cxn modelId="{3B938889-1425-41C3-9ADE-E1CE669A0BE6}" type="presParOf" srcId="{2C60D3A7-6C8E-4E10-A743-1315B0BD07F3}" destId="{1EB5B765-017C-4F36-8344-7D83C55C0664}" srcOrd="2" destOrd="0" presId="urn:microsoft.com/office/officeart/2005/8/layout/orgChart1"/>
    <dgm:cxn modelId="{8BA4CC3E-D3FE-4BE2-B1E4-029E71039FD7}" type="presParOf" srcId="{FA208FED-388E-451B-994C-12CDD99CBDA4}" destId="{4A6984D4-BE9B-4E96-8571-694F2A051647}" srcOrd="2" destOrd="0" presId="urn:microsoft.com/office/officeart/2005/8/layout/orgChart1"/>
    <dgm:cxn modelId="{1FB76877-A078-421F-B55E-91B92AA3A644}" type="presParOf" srcId="{FA208FED-388E-451B-994C-12CDD99CBDA4}" destId="{A4F7BD6E-9B09-4EDF-AB9D-6817FDF9DFB9}" srcOrd="3" destOrd="0" presId="urn:microsoft.com/office/officeart/2005/8/layout/orgChart1"/>
    <dgm:cxn modelId="{B8F37E73-7518-4895-BB74-36FD3090E40D}" type="presParOf" srcId="{A4F7BD6E-9B09-4EDF-AB9D-6817FDF9DFB9}" destId="{BFCFEFC0-0DAF-4E7B-ABCD-6A03EB3286F4}" srcOrd="0" destOrd="0" presId="urn:microsoft.com/office/officeart/2005/8/layout/orgChart1"/>
    <dgm:cxn modelId="{9AFE3042-241B-4A1E-9B39-C228364E5C63}" type="presParOf" srcId="{BFCFEFC0-0DAF-4E7B-ABCD-6A03EB3286F4}" destId="{977EC86E-E076-4F30-BB16-B3AED5A296F7}" srcOrd="0" destOrd="0" presId="urn:microsoft.com/office/officeart/2005/8/layout/orgChart1"/>
    <dgm:cxn modelId="{D7AAD7F7-A43B-4319-A0FC-53B4429307BF}" type="presParOf" srcId="{BFCFEFC0-0DAF-4E7B-ABCD-6A03EB3286F4}" destId="{24701AEA-F3D3-457E-95C7-8D73B24A2088}" srcOrd="1" destOrd="0" presId="urn:microsoft.com/office/officeart/2005/8/layout/orgChart1"/>
    <dgm:cxn modelId="{28DA6955-90D0-473B-BBED-FA512581593E}" type="presParOf" srcId="{A4F7BD6E-9B09-4EDF-AB9D-6817FDF9DFB9}" destId="{662F7805-B3DE-42B6-9EB6-9D0E373A80FE}" srcOrd="1" destOrd="0" presId="urn:microsoft.com/office/officeart/2005/8/layout/orgChart1"/>
    <dgm:cxn modelId="{082E7F3A-38C7-481F-8085-93ECCB6E9FDA}" type="presParOf" srcId="{A4F7BD6E-9B09-4EDF-AB9D-6817FDF9DFB9}" destId="{616C4955-FABC-4804-AFD4-28E67B2E8065}" srcOrd="2" destOrd="0" presId="urn:microsoft.com/office/officeart/2005/8/layout/orgChart1"/>
    <dgm:cxn modelId="{A6755412-92A2-44B8-98FA-9696C559AAE4}" type="presParOf" srcId="{8BA5EFB3-F0CA-4C8D-A527-F6A8405CE6A2}" destId="{7070576D-4602-4DCF-A047-5FBCCF671F9A}" srcOrd="2" destOrd="0" presId="urn:microsoft.com/office/officeart/2005/8/layout/orgChart1"/>
    <dgm:cxn modelId="{8FE65CD9-25D5-4C0B-B53F-BFA9C0A29F4A}" type="presParOf" srcId="{4AAA1A16-7DD2-47CB-89BE-27572B7477D5}" destId="{027B58B6-9B2F-4B9B-A080-15A1B31D1855}" srcOrd="2" destOrd="0" presId="urn:microsoft.com/office/officeart/2005/8/layout/orgChart1"/>
    <dgm:cxn modelId="{130B8ED4-7943-43AE-AF50-E62816E5641D}" type="presParOf" srcId="{8BFED4A9-A4D0-41F4-AE57-0F1297E0C356}" destId="{E463E567-60AE-446F-BF30-DB152FE353BE}" srcOrd="2" destOrd="0" presId="urn:microsoft.com/office/officeart/2005/8/layout/orgChart1"/>
    <dgm:cxn modelId="{531618A7-133E-4FA4-BBD2-B15976A8C2E6}" type="presParOf" srcId="{A7C11595-F232-4163-85FA-8EAF705C1B5D}" destId="{FFD5AAD6-91F8-4C49-A7BB-6B693521A7B6}" srcOrd="14" destOrd="0" presId="urn:microsoft.com/office/officeart/2005/8/layout/orgChart1"/>
    <dgm:cxn modelId="{6A330FF6-C7E7-41A8-BD42-2B670DFEA3C2}" type="presParOf" srcId="{A7C11595-F232-4163-85FA-8EAF705C1B5D}" destId="{A28BB8A6-3658-4208-B084-BEAA8F6C38B8}" srcOrd="15" destOrd="0" presId="urn:microsoft.com/office/officeart/2005/8/layout/orgChart1"/>
    <dgm:cxn modelId="{C3266E91-9632-4B19-8272-552E1451DCFE}" type="presParOf" srcId="{A28BB8A6-3658-4208-B084-BEAA8F6C38B8}" destId="{3CC891B2-BF98-4947-BEAD-BCF9928AA8B5}" srcOrd="0" destOrd="0" presId="urn:microsoft.com/office/officeart/2005/8/layout/orgChart1"/>
    <dgm:cxn modelId="{CA02D289-8BE5-47FB-999C-75944D244874}" type="presParOf" srcId="{3CC891B2-BF98-4947-BEAD-BCF9928AA8B5}" destId="{64E148C8-5A3A-4895-941C-37CDEF058CA8}" srcOrd="0" destOrd="0" presId="urn:microsoft.com/office/officeart/2005/8/layout/orgChart1"/>
    <dgm:cxn modelId="{F989CE96-3F88-4339-B6D9-5845DC05F24A}" type="presParOf" srcId="{3CC891B2-BF98-4947-BEAD-BCF9928AA8B5}" destId="{FF12E030-4F9D-4306-8113-F1540E428ADC}" srcOrd="1" destOrd="0" presId="urn:microsoft.com/office/officeart/2005/8/layout/orgChart1"/>
    <dgm:cxn modelId="{CD4B715C-7641-483A-94A3-1FD2C0AB93FC}" type="presParOf" srcId="{A28BB8A6-3658-4208-B084-BEAA8F6C38B8}" destId="{3EC37061-326A-4C99-A32A-82F3E4FF8E39}" srcOrd="1" destOrd="0" presId="urn:microsoft.com/office/officeart/2005/8/layout/orgChart1"/>
    <dgm:cxn modelId="{0FAE9F99-1314-4CC2-A8C5-184684EBAED1}" type="presParOf" srcId="{3EC37061-326A-4C99-A32A-82F3E4FF8E39}" destId="{95217F92-5A85-4EA1-9191-588D9086AB9F}" srcOrd="0" destOrd="0" presId="urn:microsoft.com/office/officeart/2005/8/layout/orgChart1"/>
    <dgm:cxn modelId="{ED11179C-CB4E-4896-979C-AD4FCD6E41A9}" type="presParOf" srcId="{3EC37061-326A-4C99-A32A-82F3E4FF8E39}" destId="{905A6219-6453-47AF-B406-41CBA33A8C4F}" srcOrd="1" destOrd="0" presId="urn:microsoft.com/office/officeart/2005/8/layout/orgChart1"/>
    <dgm:cxn modelId="{B4C2A1F2-9DD2-4661-8B4C-8BEAA4C8F5E5}" type="presParOf" srcId="{905A6219-6453-47AF-B406-41CBA33A8C4F}" destId="{4B83CF05-FBB8-4B0C-B33F-D5C62CD72394}" srcOrd="0" destOrd="0" presId="urn:microsoft.com/office/officeart/2005/8/layout/orgChart1"/>
    <dgm:cxn modelId="{A8C42FDF-80F9-446B-B154-1C13FA47B353}" type="presParOf" srcId="{4B83CF05-FBB8-4B0C-B33F-D5C62CD72394}" destId="{1A59AF9D-BD67-4141-AABC-B9AE01198721}" srcOrd="0" destOrd="0" presId="urn:microsoft.com/office/officeart/2005/8/layout/orgChart1"/>
    <dgm:cxn modelId="{06D7AD4F-0DA0-440B-A208-126693E8D489}" type="presParOf" srcId="{4B83CF05-FBB8-4B0C-B33F-D5C62CD72394}" destId="{51848BB4-ECA6-4694-8CEF-D858183A2B9E}" srcOrd="1" destOrd="0" presId="urn:microsoft.com/office/officeart/2005/8/layout/orgChart1"/>
    <dgm:cxn modelId="{D40A945A-8CC9-4502-8DC3-28D69D21C85D}" type="presParOf" srcId="{905A6219-6453-47AF-B406-41CBA33A8C4F}" destId="{95D08304-D811-40FC-BB0D-FB2165B74368}" srcOrd="1" destOrd="0" presId="urn:microsoft.com/office/officeart/2005/8/layout/orgChart1"/>
    <dgm:cxn modelId="{CA956467-AC20-462E-ACA5-985693937448}" type="presParOf" srcId="{905A6219-6453-47AF-B406-41CBA33A8C4F}" destId="{D608F7B4-5FE7-4ECB-8500-9F06AC246624}" srcOrd="2" destOrd="0" presId="urn:microsoft.com/office/officeart/2005/8/layout/orgChart1"/>
    <dgm:cxn modelId="{E8EAFAF3-1DB3-47BF-B97A-C46765542676}" type="presParOf" srcId="{3EC37061-326A-4C99-A32A-82F3E4FF8E39}" destId="{F5A29582-03FD-4E61-872F-CF6CDF22C2EB}" srcOrd="2" destOrd="0" presId="urn:microsoft.com/office/officeart/2005/8/layout/orgChart1"/>
    <dgm:cxn modelId="{E2AC71D2-E19E-4791-AA89-48F930AEEB6F}" type="presParOf" srcId="{3EC37061-326A-4C99-A32A-82F3E4FF8E39}" destId="{B9343A7C-72F0-46B2-AF31-45D0742A7EE3}" srcOrd="3" destOrd="0" presId="urn:microsoft.com/office/officeart/2005/8/layout/orgChart1"/>
    <dgm:cxn modelId="{55C68E38-1F19-4908-B744-00E72BFB9A2F}" type="presParOf" srcId="{B9343A7C-72F0-46B2-AF31-45D0742A7EE3}" destId="{FB3EA8BB-9902-49A3-A6EB-3258F33EEDC6}" srcOrd="0" destOrd="0" presId="urn:microsoft.com/office/officeart/2005/8/layout/orgChart1"/>
    <dgm:cxn modelId="{3E0AFFE3-FEF5-42AD-8502-25DFA1B2A2F4}" type="presParOf" srcId="{FB3EA8BB-9902-49A3-A6EB-3258F33EEDC6}" destId="{61F5DF98-D856-470B-9731-30304F93B349}" srcOrd="0" destOrd="0" presId="urn:microsoft.com/office/officeart/2005/8/layout/orgChart1"/>
    <dgm:cxn modelId="{DCE2994D-8059-4027-BAF2-44C5CD12CAF8}" type="presParOf" srcId="{FB3EA8BB-9902-49A3-A6EB-3258F33EEDC6}" destId="{82B153B9-A128-41A5-A704-1C0EFF2EDF33}" srcOrd="1" destOrd="0" presId="urn:microsoft.com/office/officeart/2005/8/layout/orgChart1"/>
    <dgm:cxn modelId="{6616DC1E-6536-4363-86BB-B4E48340B966}" type="presParOf" srcId="{B9343A7C-72F0-46B2-AF31-45D0742A7EE3}" destId="{31EB70AD-D7DE-42F0-99C9-497F6F054051}" srcOrd="1" destOrd="0" presId="urn:microsoft.com/office/officeart/2005/8/layout/orgChart1"/>
    <dgm:cxn modelId="{9A39B6EB-AD59-4B52-BB14-34A75CF55B9C}" type="presParOf" srcId="{B9343A7C-72F0-46B2-AF31-45D0742A7EE3}" destId="{88A4D6D2-FCCF-4BD6-B3F8-ED71B8F07027}" srcOrd="2" destOrd="0" presId="urn:microsoft.com/office/officeart/2005/8/layout/orgChart1"/>
    <dgm:cxn modelId="{B11D38B3-885D-47FA-B488-EA23C3C9E8FE}" type="presParOf" srcId="{3EC37061-326A-4C99-A32A-82F3E4FF8E39}" destId="{76A717C6-5D68-4728-8EC4-72918901DD64}" srcOrd="4" destOrd="0" presId="urn:microsoft.com/office/officeart/2005/8/layout/orgChart1"/>
    <dgm:cxn modelId="{47030896-9D60-4402-95F9-F248D86900A8}" type="presParOf" srcId="{3EC37061-326A-4C99-A32A-82F3E4FF8E39}" destId="{6CFC717D-372F-49DD-B4D4-B2CC819463C1}" srcOrd="5" destOrd="0" presId="urn:microsoft.com/office/officeart/2005/8/layout/orgChart1"/>
    <dgm:cxn modelId="{62D12589-AF7A-4876-9F6B-C52F47F5BBBF}" type="presParOf" srcId="{6CFC717D-372F-49DD-B4D4-B2CC819463C1}" destId="{D09871A9-7C8B-4FA4-AFD1-AA54CEE781B0}" srcOrd="0" destOrd="0" presId="urn:microsoft.com/office/officeart/2005/8/layout/orgChart1"/>
    <dgm:cxn modelId="{A36F57A1-FB52-468E-9BF3-A6C2B126EE05}" type="presParOf" srcId="{D09871A9-7C8B-4FA4-AFD1-AA54CEE781B0}" destId="{D86F68BB-1C25-4CAB-9CB5-AD99ED1F9DE5}" srcOrd="0" destOrd="0" presId="urn:microsoft.com/office/officeart/2005/8/layout/orgChart1"/>
    <dgm:cxn modelId="{985320D5-EFF5-479D-8C1F-0147B5779CFD}" type="presParOf" srcId="{D09871A9-7C8B-4FA4-AFD1-AA54CEE781B0}" destId="{0B91E842-9947-49F4-B3D4-8D1114B77A65}" srcOrd="1" destOrd="0" presId="urn:microsoft.com/office/officeart/2005/8/layout/orgChart1"/>
    <dgm:cxn modelId="{172D62FC-4E73-4A08-8AB5-A20920BCFB3E}" type="presParOf" srcId="{6CFC717D-372F-49DD-B4D4-B2CC819463C1}" destId="{83E1E534-E297-4D5A-8489-6BA9C98107EC}" srcOrd="1" destOrd="0" presId="urn:microsoft.com/office/officeart/2005/8/layout/orgChart1"/>
    <dgm:cxn modelId="{A28269DA-C63B-4E76-9F7C-0920ED1D7D2C}" type="presParOf" srcId="{6CFC717D-372F-49DD-B4D4-B2CC819463C1}" destId="{F0CA2DA4-262F-40E3-8DC5-95AFD56D1437}" srcOrd="2" destOrd="0" presId="urn:microsoft.com/office/officeart/2005/8/layout/orgChart1"/>
    <dgm:cxn modelId="{3DD853C6-51CE-4CA8-AECF-804CF5DEFF38}" type="presParOf" srcId="{A28BB8A6-3658-4208-B084-BEAA8F6C38B8}" destId="{79F51095-5FDE-449D-B68F-FA630344A562}" srcOrd="2" destOrd="0" presId="urn:microsoft.com/office/officeart/2005/8/layout/orgChart1"/>
    <dgm:cxn modelId="{E6BBC7BA-6316-4FBA-8706-3C9062A046DE}" type="presParOf" srcId="{A7C11595-F232-4163-85FA-8EAF705C1B5D}" destId="{A6598E5F-06F9-4B3D-8495-067BEB4E139F}" srcOrd="16" destOrd="0" presId="urn:microsoft.com/office/officeart/2005/8/layout/orgChart1"/>
    <dgm:cxn modelId="{632C3ACB-74CD-46D4-A564-3726E567B26D}" type="presParOf" srcId="{A7C11595-F232-4163-85FA-8EAF705C1B5D}" destId="{780497F5-C153-45F9-A942-83AE299F0382}" srcOrd="17" destOrd="0" presId="urn:microsoft.com/office/officeart/2005/8/layout/orgChart1"/>
    <dgm:cxn modelId="{2164FF77-E850-458D-B9BC-01427C89E552}" type="presParOf" srcId="{780497F5-C153-45F9-A942-83AE299F0382}" destId="{C1B08B78-F0DF-43BA-8C39-966273253375}" srcOrd="0" destOrd="0" presId="urn:microsoft.com/office/officeart/2005/8/layout/orgChart1"/>
    <dgm:cxn modelId="{B0D0B315-5BAA-4285-831F-F9067D35F973}" type="presParOf" srcId="{C1B08B78-F0DF-43BA-8C39-966273253375}" destId="{B6F60D23-954D-4811-A869-B96167E914D7}" srcOrd="0" destOrd="0" presId="urn:microsoft.com/office/officeart/2005/8/layout/orgChart1"/>
    <dgm:cxn modelId="{9A12FDB9-5C38-4F06-881A-A8AFBBCAE719}" type="presParOf" srcId="{C1B08B78-F0DF-43BA-8C39-966273253375}" destId="{FB253A71-11A3-4DE4-8282-135FB982D5C8}" srcOrd="1" destOrd="0" presId="urn:microsoft.com/office/officeart/2005/8/layout/orgChart1"/>
    <dgm:cxn modelId="{969D0A66-ED37-4FEB-87E5-B75F79DA254B}" type="presParOf" srcId="{780497F5-C153-45F9-A942-83AE299F0382}" destId="{533A1793-DA84-49DD-BB3C-043214189D31}" srcOrd="1" destOrd="0" presId="urn:microsoft.com/office/officeart/2005/8/layout/orgChart1"/>
    <dgm:cxn modelId="{274A85EC-14D5-4472-ACFC-56E1116681D0}" type="presParOf" srcId="{533A1793-DA84-49DD-BB3C-043214189D31}" destId="{0C78B7FF-EC89-4181-91D7-3E5984C1D92B}" srcOrd="0" destOrd="0" presId="urn:microsoft.com/office/officeart/2005/8/layout/orgChart1"/>
    <dgm:cxn modelId="{ACA82D4B-3A55-42CE-8FBE-71150B4E6259}" type="presParOf" srcId="{533A1793-DA84-49DD-BB3C-043214189D31}" destId="{97F0E239-FE97-44C1-9AA4-52F996FDD5B2}" srcOrd="1" destOrd="0" presId="urn:microsoft.com/office/officeart/2005/8/layout/orgChart1"/>
    <dgm:cxn modelId="{3FEC1087-E5F7-48A9-8FB4-DA191CDEF62A}" type="presParOf" srcId="{97F0E239-FE97-44C1-9AA4-52F996FDD5B2}" destId="{E858AA4A-F726-4C16-B621-176CECAE08B0}" srcOrd="0" destOrd="0" presId="urn:microsoft.com/office/officeart/2005/8/layout/orgChart1"/>
    <dgm:cxn modelId="{D7F71427-03F0-4025-AF30-C1A4B43E9026}" type="presParOf" srcId="{E858AA4A-F726-4C16-B621-176CECAE08B0}" destId="{98465B29-B2E6-4F78-8159-FD4BAFB41A5C}" srcOrd="0" destOrd="0" presId="urn:microsoft.com/office/officeart/2005/8/layout/orgChart1"/>
    <dgm:cxn modelId="{CBF27B37-BF87-4AEA-936C-AEE17DA1E950}" type="presParOf" srcId="{E858AA4A-F726-4C16-B621-176CECAE08B0}" destId="{DD60D982-9FC0-41A0-A184-755FE0D2E514}" srcOrd="1" destOrd="0" presId="urn:microsoft.com/office/officeart/2005/8/layout/orgChart1"/>
    <dgm:cxn modelId="{D0AB32D6-2D19-4CED-9FAA-CA51217CB6BC}" type="presParOf" srcId="{97F0E239-FE97-44C1-9AA4-52F996FDD5B2}" destId="{F54B5ECA-4D94-4C34-B8B3-151854108A4F}" srcOrd="1" destOrd="0" presId="urn:microsoft.com/office/officeart/2005/8/layout/orgChart1"/>
    <dgm:cxn modelId="{BC714EAD-1874-4EA5-AD21-E777A09C1F92}" type="presParOf" srcId="{97F0E239-FE97-44C1-9AA4-52F996FDD5B2}" destId="{7AA629B6-7E3E-4BA0-91F9-90662A99983B}" srcOrd="2" destOrd="0" presId="urn:microsoft.com/office/officeart/2005/8/layout/orgChart1"/>
    <dgm:cxn modelId="{422D2789-8308-4434-9F78-3BEF58042655}" type="presParOf" srcId="{780497F5-C153-45F9-A942-83AE299F0382}" destId="{FF8593F6-B06B-46B6-9D74-24BE46986728}" srcOrd="2" destOrd="0" presId="urn:microsoft.com/office/officeart/2005/8/layout/orgChart1"/>
    <dgm:cxn modelId="{4496255D-BD10-4F29-9CC1-D8DC7B5950A5}" type="presParOf" srcId="{94AC6A72-294C-4538-A37B-D51FCD286242}" destId="{11723739-63E6-4527-994E-7E2F29D04AE7}" srcOrd="2" destOrd="0" presId="urn:microsoft.com/office/officeart/2005/8/layout/orgChart1"/>
    <dgm:cxn modelId="{436F7A09-837B-4211-8943-050D553A49BD}" type="presParOf" srcId="{11723739-63E6-4527-994E-7E2F29D04AE7}" destId="{32205465-5B35-4CD5-B081-26287A775C6A}" srcOrd="0" destOrd="0" presId="urn:microsoft.com/office/officeart/2005/8/layout/orgChart1"/>
    <dgm:cxn modelId="{221E66FE-339D-40CC-AB00-EB15057BCBEC}" type="presParOf" srcId="{11723739-63E6-4527-994E-7E2F29D04AE7}" destId="{C00D53AC-76A2-454A-AA04-14B936300C3E}" srcOrd="1" destOrd="0" presId="urn:microsoft.com/office/officeart/2005/8/layout/orgChart1"/>
    <dgm:cxn modelId="{1E958640-7FA7-4110-ADC9-8FD95140FAFF}" type="presParOf" srcId="{C00D53AC-76A2-454A-AA04-14B936300C3E}" destId="{8360EDAB-F44A-4DD5-938A-82CBD10A80F0}" srcOrd="0" destOrd="0" presId="urn:microsoft.com/office/officeart/2005/8/layout/orgChart1"/>
    <dgm:cxn modelId="{F563FD00-26EC-4D8F-A2FB-4F2F4664653D}" type="presParOf" srcId="{8360EDAB-F44A-4DD5-938A-82CBD10A80F0}" destId="{73A7720E-DC29-43DC-8213-A307591E9089}" srcOrd="0" destOrd="0" presId="urn:microsoft.com/office/officeart/2005/8/layout/orgChart1"/>
    <dgm:cxn modelId="{BC0182EF-52D3-4B34-B18D-1202B46EA2BC}" type="presParOf" srcId="{8360EDAB-F44A-4DD5-938A-82CBD10A80F0}" destId="{F96A2D58-87EA-4020-AC37-32AC3EC62B20}" srcOrd="1" destOrd="0" presId="urn:microsoft.com/office/officeart/2005/8/layout/orgChart1"/>
    <dgm:cxn modelId="{93DCB681-D28B-4281-A5B0-EA663A20DE47}" type="presParOf" srcId="{C00D53AC-76A2-454A-AA04-14B936300C3E}" destId="{A8D5163E-67A5-4D9B-AE19-83EFF0377802}" srcOrd="1" destOrd="0" presId="urn:microsoft.com/office/officeart/2005/8/layout/orgChart1"/>
    <dgm:cxn modelId="{D7FDA612-5428-41F6-A975-C55FF6FE0F19}" type="presParOf" srcId="{C00D53AC-76A2-454A-AA04-14B936300C3E}" destId="{58DD93FB-6C67-4BD9-93E5-8F28F62DB8B0}"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7DACF7-0D9C-42DA-B3A6-A4D20FA0514C}" type="doc">
      <dgm:prSet loTypeId="urn:microsoft.com/office/officeart/2005/8/layout/orgChart1" loCatId="hierarchy" qsTypeId="urn:microsoft.com/office/officeart/2005/8/quickstyle/simple4" qsCatId="simple" csTypeId="urn:microsoft.com/office/officeart/2005/8/colors/accent6_1" csCatId="accent6" phldr="1"/>
      <dgm:spPr/>
      <dgm:t>
        <a:bodyPr/>
        <a:lstStyle/>
        <a:p>
          <a:endParaRPr lang="en-US"/>
        </a:p>
      </dgm:t>
    </dgm:pt>
    <dgm:pt modelId="{73CDAA4C-6033-4886-BCB7-A101B8972E47}">
      <dgm:prSet phldrT="[Text]" custT="1"/>
      <dgm:spPr/>
      <dgm:t>
        <a:bodyPr/>
        <a:lstStyle/>
        <a:p>
          <a:r>
            <a:rPr lang="ar-EG" sz="1000" b="1" dirty="0">
              <a:solidFill>
                <a:srgbClr val="1E5A95"/>
              </a:solidFill>
            </a:rPr>
            <a:t>مدير عام</a:t>
          </a:r>
          <a:endParaRPr lang="en-US" sz="1000" b="1" dirty="0">
            <a:solidFill>
              <a:srgbClr val="1E5A95"/>
            </a:solidFill>
          </a:endParaRPr>
        </a:p>
      </dgm:t>
    </dgm:pt>
    <dgm:pt modelId="{51BB4BFE-8C2E-46FD-9D3B-9E3B78F3F425}" type="parTrans" cxnId="{5BF305F3-D86A-4543-A70A-AE8AD671EFA3}">
      <dgm:prSet/>
      <dgm:spPr/>
      <dgm:t>
        <a:bodyPr/>
        <a:lstStyle/>
        <a:p>
          <a:endParaRPr lang="en-US"/>
        </a:p>
      </dgm:t>
    </dgm:pt>
    <dgm:pt modelId="{8FB86B0C-3FDE-4EB4-84B3-9B88BF5A9B3B}" type="sibTrans" cxnId="{5BF305F3-D86A-4543-A70A-AE8AD671EFA3}">
      <dgm:prSet/>
      <dgm:spPr/>
      <dgm:t>
        <a:bodyPr/>
        <a:lstStyle/>
        <a:p>
          <a:endParaRPr lang="en-US"/>
        </a:p>
      </dgm:t>
    </dgm:pt>
    <dgm:pt modelId="{E0B3F0DB-9FEC-474C-8398-F83056D49345}">
      <dgm:prSet phldrT="[Text]" custT="1"/>
      <dgm:spPr/>
      <dgm:t>
        <a:bodyPr/>
        <a:lstStyle/>
        <a:p>
          <a:r>
            <a:rPr lang="en-US" sz="1000" b="1" dirty="0">
              <a:solidFill>
                <a:srgbClr val="1E5A95"/>
              </a:solidFill>
            </a:rPr>
            <a:t>HR</a:t>
          </a:r>
        </a:p>
      </dgm:t>
    </dgm:pt>
    <dgm:pt modelId="{12940D1E-8EB7-4770-BA6E-EEDB03ED1A93}" type="parTrans" cxnId="{C29897D3-26C3-4859-B1ED-994E2B811391}">
      <dgm:prSet/>
      <dgm:spPr/>
      <dgm:t>
        <a:bodyPr/>
        <a:lstStyle/>
        <a:p>
          <a:endParaRPr lang="en-US" sz="1000" b="1">
            <a:solidFill>
              <a:srgbClr val="1E5A95"/>
            </a:solidFill>
          </a:endParaRPr>
        </a:p>
      </dgm:t>
    </dgm:pt>
    <dgm:pt modelId="{1DD83002-79B3-44A2-88DE-39DB14EFAB7E}" type="sibTrans" cxnId="{C29897D3-26C3-4859-B1ED-994E2B811391}">
      <dgm:prSet/>
      <dgm:spPr/>
      <dgm:t>
        <a:bodyPr/>
        <a:lstStyle/>
        <a:p>
          <a:endParaRPr lang="en-US"/>
        </a:p>
      </dgm:t>
    </dgm:pt>
    <dgm:pt modelId="{A70EE71E-9A57-4D8E-B1AA-1A75E19EA4E9}">
      <dgm:prSet phldrT="[Text]" custT="1"/>
      <dgm:spPr/>
      <dgm:t>
        <a:bodyPr/>
        <a:lstStyle/>
        <a:p>
          <a:r>
            <a:rPr lang="ar-EG" sz="1000" b="1" dirty="0">
              <a:solidFill>
                <a:srgbClr val="1E5A95"/>
              </a:solidFill>
            </a:rPr>
            <a:t>مبيعات</a:t>
          </a:r>
          <a:endParaRPr lang="en-US" sz="1000" b="1" dirty="0">
            <a:solidFill>
              <a:srgbClr val="1E5A95"/>
            </a:solidFill>
          </a:endParaRPr>
        </a:p>
      </dgm:t>
    </dgm:pt>
    <dgm:pt modelId="{2A5AD12C-E104-425B-BCEA-987A7D3A10A6}" type="parTrans" cxnId="{5009648D-7A3D-40D9-BC94-75FFD3537897}">
      <dgm:prSet/>
      <dgm:spPr/>
      <dgm:t>
        <a:bodyPr/>
        <a:lstStyle/>
        <a:p>
          <a:endParaRPr lang="en-US" sz="1000" b="1">
            <a:solidFill>
              <a:srgbClr val="1E5A95"/>
            </a:solidFill>
          </a:endParaRPr>
        </a:p>
      </dgm:t>
    </dgm:pt>
    <dgm:pt modelId="{E1442451-0833-4016-9AA7-0ADE9E4520EB}" type="sibTrans" cxnId="{5009648D-7A3D-40D9-BC94-75FFD3537897}">
      <dgm:prSet/>
      <dgm:spPr/>
      <dgm:t>
        <a:bodyPr/>
        <a:lstStyle/>
        <a:p>
          <a:endParaRPr lang="en-US"/>
        </a:p>
      </dgm:t>
    </dgm:pt>
    <dgm:pt modelId="{395EBAE3-EC89-4AC0-ACF5-9FD8C7695FB5}">
      <dgm:prSet phldrT="[Text]" custT="1"/>
      <dgm:spPr/>
      <dgm:t>
        <a:bodyPr/>
        <a:lstStyle/>
        <a:p>
          <a:r>
            <a:rPr lang="ar-EG" sz="1000" b="1" dirty="0">
              <a:solidFill>
                <a:srgbClr val="1E5A95"/>
              </a:solidFill>
            </a:rPr>
            <a:t>علميات</a:t>
          </a:r>
          <a:endParaRPr lang="en-US" sz="1000" b="1" dirty="0">
            <a:solidFill>
              <a:srgbClr val="1E5A95"/>
            </a:solidFill>
          </a:endParaRPr>
        </a:p>
      </dgm:t>
    </dgm:pt>
    <dgm:pt modelId="{0FE64D3B-67EC-47C4-9FAB-F212A31A3D80}" type="parTrans" cxnId="{C14DBFD6-2235-40A7-8109-E205FAD8D8E9}">
      <dgm:prSet/>
      <dgm:spPr/>
      <dgm:t>
        <a:bodyPr/>
        <a:lstStyle/>
        <a:p>
          <a:endParaRPr lang="en-US" sz="1000" b="1">
            <a:solidFill>
              <a:srgbClr val="1E5A95"/>
            </a:solidFill>
          </a:endParaRPr>
        </a:p>
      </dgm:t>
    </dgm:pt>
    <dgm:pt modelId="{73498608-2714-4213-97CC-FB5E8DC84ADA}" type="sibTrans" cxnId="{C14DBFD6-2235-40A7-8109-E205FAD8D8E9}">
      <dgm:prSet/>
      <dgm:spPr/>
      <dgm:t>
        <a:bodyPr/>
        <a:lstStyle/>
        <a:p>
          <a:endParaRPr lang="en-US"/>
        </a:p>
      </dgm:t>
    </dgm:pt>
    <dgm:pt modelId="{8E41D8C9-D527-44A4-BB97-104DA8292AB9}">
      <dgm:prSet phldrT="[Text]" custT="1"/>
      <dgm:spPr/>
      <dgm:t>
        <a:bodyPr/>
        <a:lstStyle/>
        <a:p>
          <a:r>
            <a:rPr lang="ar-EG" sz="1000" b="1" dirty="0">
              <a:solidFill>
                <a:srgbClr val="1E5A95"/>
              </a:solidFill>
            </a:rPr>
            <a:t>التحصيل</a:t>
          </a:r>
          <a:endParaRPr lang="en-US" sz="1000" b="1" dirty="0">
            <a:solidFill>
              <a:srgbClr val="1E5A95"/>
            </a:solidFill>
          </a:endParaRPr>
        </a:p>
      </dgm:t>
    </dgm:pt>
    <dgm:pt modelId="{1936D536-ECE8-4222-957F-3C12C76BC2CC}" type="parTrans" cxnId="{C2275CF1-FD60-44D3-AECC-1ECAC13ABA8B}">
      <dgm:prSet/>
      <dgm:spPr/>
      <dgm:t>
        <a:bodyPr/>
        <a:lstStyle/>
        <a:p>
          <a:endParaRPr lang="en-US" sz="1000" b="1">
            <a:solidFill>
              <a:srgbClr val="1E5A95"/>
            </a:solidFill>
          </a:endParaRPr>
        </a:p>
      </dgm:t>
    </dgm:pt>
    <dgm:pt modelId="{007B6F83-05EC-45CA-9363-A8FA4E833DBA}" type="sibTrans" cxnId="{C2275CF1-FD60-44D3-AECC-1ECAC13ABA8B}">
      <dgm:prSet/>
      <dgm:spPr/>
      <dgm:t>
        <a:bodyPr/>
        <a:lstStyle/>
        <a:p>
          <a:endParaRPr lang="en-US"/>
        </a:p>
      </dgm:t>
    </dgm:pt>
    <dgm:pt modelId="{1186679A-7A14-43A6-9BF3-80D6DC518AFA}">
      <dgm:prSet phldrT="[Text]" custT="1"/>
      <dgm:spPr/>
      <dgm:t>
        <a:bodyPr/>
        <a:lstStyle/>
        <a:p>
          <a:r>
            <a:rPr lang="ar-EG" sz="1000" b="1" dirty="0">
              <a:solidFill>
                <a:srgbClr val="1E5A95"/>
              </a:solidFill>
            </a:rPr>
            <a:t>جودة</a:t>
          </a:r>
          <a:endParaRPr lang="en-US" sz="1000" b="1" dirty="0">
            <a:solidFill>
              <a:srgbClr val="1E5A95"/>
            </a:solidFill>
          </a:endParaRPr>
        </a:p>
      </dgm:t>
    </dgm:pt>
    <dgm:pt modelId="{225F5C04-DE8D-4186-985E-E283E75A8348}" type="parTrans" cxnId="{2FF34EC1-0619-442F-8431-B9B9052CBB51}">
      <dgm:prSet/>
      <dgm:spPr/>
      <dgm:t>
        <a:bodyPr/>
        <a:lstStyle/>
        <a:p>
          <a:endParaRPr lang="en-US" sz="1000" b="1">
            <a:solidFill>
              <a:srgbClr val="1E5A95"/>
            </a:solidFill>
          </a:endParaRPr>
        </a:p>
      </dgm:t>
    </dgm:pt>
    <dgm:pt modelId="{055AFF08-95AB-40DE-826B-3227F23BC4AA}" type="sibTrans" cxnId="{2FF34EC1-0619-442F-8431-B9B9052CBB51}">
      <dgm:prSet/>
      <dgm:spPr/>
      <dgm:t>
        <a:bodyPr/>
        <a:lstStyle/>
        <a:p>
          <a:endParaRPr lang="en-US"/>
        </a:p>
      </dgm:t>
    </dgm:pt>
    <dgm:pt modelId="{DF42C8C3-2B71-4408-9635-7793949E7155}">
      <dgm:prSet phldrT="[Text]" custT="1"/>
      <dgm:spPr/>
      <dgm:t>
        <a:bodyPr/>
        <a:lstStyle/>
        <a:p>
          <a:r>
            <a:rPr lang="en-US" sz="1000" b="1" dirty="0">
              <a:solidFill>
                <a:srgbClr val="1E5A95"/>
              </a:solidFill>
            </a:rPr>
            <a:t>IT</a:t>
          </a:r>
        </a:p>
      </dgm:t>
    </dgm:pt>
    <dgm:pt modelId="{2AE341DD-28C9-4BE1-9ED4-351DA63116AD}" type="parTrans" cxnId="{07EFABFD-F860-4544-A733-4E7CC0AB94E1}">
      <dgm:prSet/>
      <dgm:spPr/>
      <dgm:t>
        <a:bodyPr/>
        <a:lstStyle/>
        <a:p>
          <a:endParaRPr lang="en-US" sz="1000" b="1">
            <a:solidFill>
              <a:srgbClr val="1E5A95"/>
            </a:solidFill>
          </a:endParaRPr>
        </a:p>
      </dgm:t>
    </dgm:pt>
    <dgm:pt modelId="{BB0ADBB3-6531-4445-BC68-40609E139E33}" type="sibTrans" cxnId="{07EFABFD-F860-4544-A733-4E7CC0AB94E1}">
      <dgm:prSet/>
      <dgm:spPr/>
      <dgm:t>
        <a:bodyPr/>
        <a:lstStyle/>
        <a:p>
          <a:endParaRPr lang="en-US"/>
        </a:p>
      </dgm:t>
    </dgm:pt>
    <dgm:pt modelId="{8CAA95D5-0DFF-496F-A84D-E49DC4B1D01C}">
      <dgm:prSet phldrT="[Text]" custT="1"/>
      <dgm:spPr/>
      <dgm:t>
        <a:bodyPr/>
        <a:lstStyle/>
        <a:p>
          <a:r>
            <a:rPr lang="ar-EG" sz="1000" b="1" dirty="0">
              <a:solidFill>
                <a:srgbClr val="1E5A95"/>
              </a:solidFill>
            </a:rPr>
            <a:t>شئون قانونية</a:t>
          </a:r>
          <a:endParaRPr lang="en-US" sz="1000" b="1" dirty="0">
            <a:solidFill>
              <a:srgbClr val="1E5A95"/>
            </a:solidFill>
          </a:endParaRPr>
        </a:p>
      </dgm:t>
    </dgm:pt>
    <dgm:pt modelId="{C4736689-808C-493C-9B9B-904A75ED3291}" type="parTrans" cxnId="{D245612D-D9FD-421F-A01F-B8D9FE90531C}">
      <dgm:prSet/>
      <dgm:spPr/>
      <dgm:t>
        <a:bodyPr/>
        <a:lstStyle/>
        <a:p>
          <a:endParaRPr lang="en-US" sz="1000" b="1">
            <a:solidFill>
              <a:srgbClr val="1E5A95"/>
            </a:solidFill>
          </a:endParaRPr>
        </a:p>
      </dgm:t>
    </dgm:pt>
    <dgm:pt modelId="{55F0C9A1-10ED-4BCD-8B86-E2787342CE1B}" type="sibTrans" cxnId="{D245612D-D9FD-421F-A01F-B8D9FE90531C}">
      <dgm:prSet/>
      <dgm:spPr/>
      <dgm:t>
        <a:bodyPr/>
        <a:lstStyle/>
        <a:p>
          <a:endParaRPr lang="en-US"/>
        </a:p>
      </dgm:t>
    </dgm:pt>
    <dgm:pt modelId="{780E98D6-78AB-47B8-B9F8-C3EE48FABC6C}">
      <dgm:prSet phldrT="[Text]" custT="1"/>
      <dgm:spPr/>
      <dgm:t>
        <a:bodyPr/>
        <a:lstStyle/>
        <a:p>
          <a:r>
            <a:rPr lang="ar-EG" sz="1000" b="1" dirty="0">
              <a:solidFill>
                <a:srgbClr val="1E5A95"/>
              </a:solidFill>
            </a:rPr>
            <a:t>حسابات</a:t>
          </a:r>
          <a:endParaRPr lang="en-US" sz="1000" b="1" dirty="0">
            <a:solidFill>
              <a:srgbClr val="1E5A95"/>
            </a:solidFill>
          </a:endParaRPr>
        </a:p>
      </dgm:t>
    </dgm:pt>
    <dgm:pt modelId="{143B60AE-7C0D-4361-BC46-1CA03EB467AE}" type="parTrans" cxnId="{F0E0ADF6-D9DF-45B4-9CEC-F32744D08C5C}">
      <dgm:prSet/>
      <dgm:spPr/>
      <dgm:t>
        <a:bodyPr/>
        <a:lstStyle/>
        <a:p>
          <a:endParaRPr lang="en-US" sz="1000" b="1">
            <a:solidFill>
              <a:srgbClr val="1E5A95"/>
            </a:solidFill>
          </a:endParaRPr>
        </a:p>
      </dgm:t>
    </dgm:pt>
    <dgm:pt modelId="{3FEEAD39-0009-4B8A-A10C-81983B277AEE}" type="sibTrans" cxnId="{F0E0ADF6-D9DF-45B4-9CEC-F32744D08C5C}">
      <dgm:prSet/>
      <dgm:spPr/>
      <dgm:t>
        <a:bodyPr/>
        <a:lstStyle/>
        <a:p>
          <a:endParaRPr lang="en-US"/>
        </a:p>
      </dgm:t>
    </dgm:pt>
    <dgm:pt modelId="{DFF5E0B2-5519-487D-9A4D-3B4425C7C97A}">
      <dgm:prSet phldrT="[Text]" custT="1"/>
      <dgm:spPr/>
      <dgm:t>
        <a:bodyPr/>
        <a:lstStyle/>
        <a:p>
          <a:r>
            <a:rPr lang="ar-EG" sz="1000" b="1" dirty="0">
              <a:solidFill>
                <a:srgbClr val="1E5A95"/>
              </a:solidFill>
            </a:rPr>
            <a:t>خدمات عامة</a:t>
          </a:r>
          <a:endParaRPr lang="en-US" sz="1000" b="1" dirty="0">
            <a:solidFill>
              <a:srgbClr val="1E5A95"/>
            </a:solidFill>
          </a:endParaRPr>
        </a:p>
      </dgm:t>
    </dgm:pt>
    <dgm:pt modelId="{FB5BCBF1-8612-4D40-8963-43B1EACB6525}" type="parTrans" cxnId="{EB159FCE-7090-4146-A19F-87B8108DCBE8}">
      <dgm:prSet/>
      <dgm:spPr/>
      <dgm:t>
        <a:bodyPr/>
        <a:lstStyle/>
        <a:p>
          <a:endParaRPr lang="en-US" sz="1000" b="1">
            <a:solidFill>
              <a:srgbClr val="1E5A95"/>
            </a:solidFill>
          </a:endParaRPr>
        </a:p>
      </dgm:t>
    </dgm:pt>
    <dgm:pt modelId="{2420C285-79A0-4CD2-9E6A-F68A421B46EF}" type="sibTrans" cxnId="{EB159FCE-7090-4146-A19F-87B8108DCBE8}">
      <dgm:prSet/>
      <dgm:spPr/>
      <dgm:t>
        <a:bodyPr/>
        <a:lstStyle/>
        <a:p>
          <a:endParaRPr lang="en-US"/>
        </a:p>
      </dgm:t>
    </dgm:pt>
    <dgm:pt modelId="{9773C5FA-CFF5-4924-8500-BB7E3E9E28EC}">
      <dgm:prSet custT="1"/>
      <dgm:spPr/>
      <dgm:t>
        <a:bodyPr/>
        <a:lstStyle/>
        <a:p>
          <a:r>
            <a:rPr lang="ar-EG" sz="1000" b="1" dirty="0">
              <a:solidFill>
                <a:srgbClr val="1E5A95"/>
              </a:solidFill>
            </a:rPr>
            <a:t>مسؤول موارد بشرية </a:t>
          </a:r>
          <a:endParaRPr lang="en-US" sz="1000" b="1" dirty="0">
            <a:solidFill>
              <a:srgbClr val="1E5A95"/>
            </a:solidFill>
          </a:endParaRPr>
        </a:p>
      </dgm:t>
    </dgm:pt>
    <dgm:pt modelId="{35703F6E-B704-49A1-92BE-87CEFCA169C6}" type="parTrans" cxnId="{81670C0D-3B66-46C0-9FD7-7B0219AEB085}">
      <dgm:prSet/>
      <dgm:spPr/>
      <dgm:t>
        <a:bodyPr/>
        <a:lstStyle/>
        <a:p>
          <a:endParaRPr lang="en-US" sz="1000" b="1">
            <a:solidFill>
              <a:srgbClr val="1E5A95"/>
            </a:solidFill>
          </a:endParaRPr>
        </a:p>
      </dgm:t>
    </dgm:pt>
    <dgm:pt modelId="{FAD80546-2062-49B3-A2F0-01B163EEB069}" type="sibTrans" cxnId="{81670C0D-3B66-46C0-9FD7-7B0219AEB085}">
      <dgm:prSet/>
      <dgm:spPr/>
      <dgm:t>
        <a:bodyPr/>
        <a:lstStyle/>
        <a:p>
          <a:endParaRPr lang="en-US"/>
        </a:p>
      </dgm:t>
    </dgm:pt>
    <dgm:pt modelId="{F3DF4360-77A1-4FC8-B05C-462F202005FB}">
      <dgm:prSet custT="1"/>
      <dgm:spPr/>
      <dgm:t>
        <a:bodyPr/>
        <a:lstStyle/>
        <a:p>
          <a:r>
            <a:rPr lang="ar-EG" sz="1000" b="1" dirty="0">
              <a:solidFill>
                <a:srgbClr val="1E5A95"/>
              </a:solidFill>
            </a:rPr>
            <a:t>اخصائي حضور واجور</a:t>
          </a:r>
          <a:endParaRPr lang="en-US" sz="1000" b="1" dirty="0">
            <a:solidFill>
              <a:srgbClr val="1E5A95"/>
            </a:solidFill>
          </a:endParaRPr>
        </a:p>
      </dgm:t>
    </dgm:pt>
    <dgm:pt modelId="{72888972-A12B-4840-87BE-BC82FA170797}" type="parTrans" cxnId="{1CC18CF3-3F0F-43B2-A81D-32A87F969EB5}">
      <dgm:prSet/>
      <dgm:spPr/>
      <dgm:t>
        <a:bodyPr/>
        <a:lstStyle/>
        <a:p>
          <a:endParaRPr lang="en-US" sz="1000" b="1">
            <a:solidFill>
              <a:srgbClr val="1E5A95"/>
            </a:solidFill>
          </a:endParaRPr>
        </a:p>
      </dgm:t>
    </dgm:pt>
    <dgm:pt modelId="{B36821E2-6364-4DBE-8A4C-3825471BDF66}" type="sibTrans" cxnId="{1CC18CF3-3F0F-43B2-A81D-32A87F969EB5}">
      <dgm:prSet/>
      <dgm:spPr/>
      <dgm:t>
        <a:bodyPr/>
        <a:lstStyle/>
        <a:p>
          <a:endParaRPr lang="en-US"/>
        </a:p>
      </dgm:t>
    </dgm:pt>
    <dgm:pt modelId="{AEFB9A2F-4214-4F57-9F9A-46A1875DF300}">
      <dgm:prSet custT="1"/>
      <dgm:spPr/>
      <dgm:t>
        <a:bodyPr/>
        <a:lstStyle/>
        <a:p>
          <a:r>
            <a:rPr lang="ar-EG" sz="1000" b="1" dirty="0">
              <a:solidFill>
                <a:srgbClr val="1E5A95"/>
              </a:solidFill>
            </a:rPr>
            <a:t>اخصائي شئون عاملين</a:t>
          </a:r>
          <a:endParaRPr lang="en-US" sz="1000" b="1" dirty="0">
            <a:solidFill>
              <a:srgbClr val="1E5A95"/>
            </a:solidFill>
          </a:endParaRPr>
        </a:p>
      </dgm:t>
    </dgm:pt>
    <dgm:pt modelId="{A4882862-EA16-4EF0-8A04-05A35BE10496}" type="parTrans" cxnId="{E482F74A-9331-4C35-8DE6-52E6D1B7E819}">
      <dgm:prSet/>
      <dgm:spPr/>
      <dgm:t>
        <a:bodyPr/>
        <a:lstStyle/>
        <a:p>
          <a:endParaRPr lang="en-US" sz="1000" b="1">
            <a:solidFill>
              <a:srgbClr val="1E5A95"/>
            </a:solidFill>
          </a:endParaRPr>
        </a:p>
      </dgm:t>
    </dgm:pt>
    <dgm:pt modelId="{7737C799-1A6B-4740-8269-C3EC5E59ABAF}" type="sibTrans" cxnId="{E482F74A-9331-4C35-8DE6-52E6D1B7E819}">
      <dgm:prSet/>
      <dgm:spPr/>
      <dgm:t>
        <a:bodyPr/>
        <a:lstStyle/>
        <a:p>
          <a:endParaRPr lang="en-US"/>
        </a:p>
      </dgm:t>
    </dgm:pt>
    <dgm:pt modelId="{58DF2031-46D0-4F0F-AFC1-7AFF613E4D61}">
      <dgm:prSet custT="1"/>
      <dgm:spPr/>
      <dgm:t>
        <a:bodyPr/>
        <a:lstStyle/>
        <a:p>
          <a:r>
            <a:rPr lang="ar-EG" sz="1000" b="1" dirty="0">
              <a:solidFill>
                <a:srgbClr val="1E5A95"/>
              </a:solidFill>
            </a:rPr>
            <a:t>اخصائي توظيف</a:t>
          </a:r>
          <a:endParaRPr lang="en-US" sz="1000" b="1" dirty="0">
            <a:solidFill>
              <a:srgbClr val="1E5A95"/>
            </a:solidFill>
          </a:endParaRPr>
        </a:p>
      </dgm:t>
    </dgm:pt>
    <dgm:pt modelId="{5B307528-8EF9-4A37-815E-DB497F810EF2}" type="parTrans" cxnId="{9249CE77-DAC0-4F97-BEF2-E2E4B5D17381}">
      <dgm:prSet/>
      <dgm:spPr/>
      <dgm:t>
        <a:bodyPr/>
        <a:lstStyle/>
        <a:p>
          <a:endParaRPr lang="en-US" sz="1000" b="1">
            <a:solidFill>
              <a:srgbClr val="1E5A95"/>
            </a:solidFill>
          </a:endParaRPr>
        </a:p>
      </dgm:t>
    </dgm:pt>
    <dgm:pt modelId="{22FA7CA0-04B6-4E91-B25C-41787DEAC826}" type="sibTrans" cxnId="{9249CE77-DAC0-4F97-BEF2-E2E4B5D17381}">
      <dgm:prSet/>
      <dgm:spPr/>
      <dgm:t>
        <a:bodyPr/>
        <a:lstStyle/>
        <a:p>
          <a:endParaRPr lang="en-US"/>
        </a:p>
      </dgm:t>
    </dgm:pt>
    <dgm:pt modelId="{6CF1FF02-A5AA-4361-935A-1EE34652383D}">
      <dgm:prSet custT="1"/>
      <dgm:spPr/>
      <dgm:t>
        <a:bodyPr/>
        <a:lstStyle/>
        <a:p>
          <a:r>
            <a:rPr lang="ar-EG" sz="1000" b="1" dirty="0">
              <a:solidFill>
                <a:srgbClr val="1E5A95"/>
              </a:solidFill>
            </a:rPr>
            <a:t>اخصائي تدريب</a:t>
          </a:r>
          <a:endParaRPr lang="en-US" sz="1000" b="1" dirty="0">
            <a:solidFill>
              <a:srgbClr val="1E5A95"/>
            </a:solidFill>
          </a:endParaRPr>
        </a:p>
      </dgm:t>
    </dgm:pt>
    <dgm:pt modelId="{9758B562-24FE-46A2-B891-9F1D00E3111F}" type="parTrans" cxnId="{2AF92980-E9F1-4CBC-92B2-4D45A3E3639D}">
      <dgm:prSet/>
      <dgm:spPr/>
      <dgm:t>
        <a:bodyPr/>
        <a:lstStyle/>
        <a:p>
          <a:endParaRPr lang="en-US" sz="1000" b="1">
            <a:solidFill>
              <a:srgbClr val="1E5A95"/>
            </a:solidFill>
          </a:endParaRPr>
        </a:p>
      </dgm:t>
    </dgm:pt>
    <dgm:pt modelId="{6235FF78-BC31-4F97-8A59-DD587927D222}" type="sibTrans" cxnId="{2AF92980-E9F1-4CBC-92B2-4D45A3E3639D}">
      <dgm:prSet/>
      <dgm:spPr/>
      <dgm:t>
        <a:bodyPr/>
        <a:lstStyle/>
        <a:p>
          <a:endParaRPr lang="en-US"/>
        </a:p>
      </dgm:t>
    </dgm:pt>
    <dgm:pt modelId="{7E948C7B-70FE-435C-BFE2-D175016B9EA8}">
      <dgm:prSet custT="1"/>
      <dgm:spPr/>
      <dgm:t>
        <a:bodyPr/>
        <a:lstStyle/>
        <a:p>
          <a:r>
            <a:rPr lang="ar-EG" sz="1000" b="1" dirty="0">
              <a:solidFill>
                <a:srgbClr val="1E5A95"/>
              </a:solidFill>
            </a:rPr>
            <a:t>مدير عمليات</a:t>
          </a:r>
          <a:endParaRPr lang="en-US" sz="1000" b="1" dirty="0">
            <a:solidFill>
              <a:srgbClr val="1E5A95"/>
            </a:solidFill>
          </a:endParaRPr>
        </a:p>
      </dgm:t>
    </dgm:pt>
    <dgm:pt modelId="{773462E9-6EA7-47E6-89AC-13B212304581}" type="parTrans" cxnId="{AA9F4BC7-993D-44E3-A991-BC8BD14FE471}">
      <dgm:prSet/>
      <dgm:spPr/>
      <dgm:t>
        <a:bodyPr/>
        <a:lstStyle/>
        <a:p>
          <a:endParaRPr lang="en-US" sz="1000" b="1">
            <a:solidFill>
              <a:srgbClr val="1E5A95"/>
            </a:solidFill>
          </a:endParaRPr>
        </a:p>
      </dgm:t>
    </dgm:pt>
    <dgm:pt modelId="{226F0D87-B6A0-4489-854F-019539D1D702}" type="sibTrans" cxnId="{AA9F4BC7-993D-44E3-A991-BC8BD14FE471}">
      <dgm:prSet/>
      <dgm:spPr/>
      <dgm:t>
        <a:bodyPr/>
        <a:lstStyle/>
        <a:p>
          <a:endParaRPr lang="en-US"/>
        </a:p>
      </dgm:t>
    </dgm:pt>
    <dgm:pt modelId="{FEB9551F-B3BC-4432-B467-DDACCEBDC2E2}">
      <dgm:prSet custT="1"/>
      <dgm:spPr/>
      <dgm:t>
        <a:bodyPr/>
        <a:lstStyle/>
        <a:p>
          <a:r>
            <a:rPr lang="ar-EG" sz="1000" b="1" dirty="0">
              <a:solidFill>
                <a:srgbClr val="1E5A95"/>
              </a:solidFill>
            </a:rPr>
            <a:t>مسؤول عمليات</a:t>
          </a:r>
          <a:endParaRPr lang="en-US" sz="1000" b="1" dirty="0">
            <a:solidFill>
              <a:srgbClr val="1E5A95"/>
            </a:solidFill>
          </a:endParaRPr>
        </a:p>
      </dgm:t>
    </dgm:pt>
    <dgm:pt modelId="{860CEE40-C05B-47A2-858C-5081E32F22C5}" type="parTrans" cxnId="{667523AB-B64D-438E-B621-5FA8944E6FA5}">
      <dgm:prSet/>
      <dgm:spPr/>
      <dgm:t>
        <a:bodyPr/>
        <a:lstStyle/>
        <a:p>
          <a:endParaRPr lang="en-US" sz="1000" b="1">
            <a:solidFill>
              <a:srgbClr val="1E5A95"/>
            </a:solidFill>
          </a:endParaRPr>
        </a:p>
      </dgm:t>
    </dgm:pt>
    <dgm:pt modelId="{4CD9ECB4-1B30-48BE-83ED-69BA649AA4BF}" type="sibTrans" cxnId="{667523AB-B64D-438E-B621-5FA8944E6FA5}">
      <dgm:prSet/>
      <dgm:spPr/>
      <dgm:t>
        <a:bodyPr/>
        <a:lstStyle/>
        <a:p>
          <a:endParaRPr lang="en-US"/>
        </a:p>
      </dgm:t>
    </dgm:pt>
    <dgm:pt modelId="{C26BB2F2-8012-4871-B4BC-B2FD4929B2C2}">
      <dgm:prSet custT="1"/>
      <dgm:spPr/>
      <dgm:t>
        <a:bodyPr/>
        <a:lstStyle/>
        <a:p>
          <a:r>
            <a:rPr lang="ar-EG" sz="1000" b="1" dirty="0">
              <a:solidFill>
                <a:srgbClr val="1E5A95"/>
              </a:solidFill>
            </a:rPr>
            <a:t>اخصائي خدمات مساندة</a:t>
          </a:r>
          <a:endParaRPr lang="en-US" sz="1000" b="1" dirty="0">
            <a:solidFill>
              <a:srgbClr val="1E5A95"/>
            </a:solidFill>
          </a:endParaRPr>
        </a:p>
      </dgm:t>
    </dgm:pt>
    <dgm:pt modelId="{4C3EF2D8-23E1-4999-825E-137C6BBEDA34}" type="parTrans" cxnId="{89E2D081-8FCA-4746-9BCD-29F41C8FA5E3}">
      <dgm:prSet/>
      <dgm:spPr/>
      <dgm:t>
        <a:bodyPr/>
        <a:lstStyle/>
        <a:p>
          <a:endParaRPr lang="en-US" sz="1000" b="1">
            <a:solidFill>
              <a:srgbClr val="1E5A95"/>
            </a:solidFill>
          </a:endParaRPr>
        </a:p>
      </dgm:t>
    </dgm:pt>
    <dgm:pt modelId="{92889635-EE6D-4229-BD26-ABE87642C559}" type="sibTrans" cxnId="{89E2D081-8FCA-4746-9BCD-29F41C8FA5E3}">
      <dgm:prSet/>
      <dgm:spPr/>
      <dgm:t>
        <a:bodyPr/>
        <a:lstStyle/>
        <a:p>
          <a:endParaRPr lang="en-US"/>
        </a:p>
      </dgm:t>
    </dgm:pt>
    <dgm:pt modelId="{836EB0A7-006E-4D8A-AA66-32432E1AD60F}">
      <dgm:prSet custT="1"/>
      <dgm:spPr/>
      <dgm:t>
        <a:bodyPr/>
        <a:lstStyle/>
        <a:p>
          <a:r>
            <a:rPr lang="ar-EG" sz="1000" b="1" dirty="0">
              <a:solidFill>
                <a:srgbClr val="1E5A95"/>
              </a:solidFill>
            </a:rPr>
            <a:t>اخصائي عمليات</a:t>
          </a:r>
          <a:endParaRPr lang="en-US" sz="1000" b="1" dirty="0">
            <a:solidFill>
              <a:srgbClr val="1E5A95"/>
            </a:solidFill>
          </a:endParaRPr>
        </a:p>
      </dgm:t>
    </dgm:pt>
    <dgm:pt modelId="{FE6CF9FB-F301-4DB4-BB85-7793ED11B8C3}" type="parTrans" cxnId="{A05B7DD4-3386-4DF4-B721-771E39D6B16D}">
      <dgm:prSet/>
      <dgm:spPr/>
      <dgm:t>
        <a:bodyPr/>
        <a:lstStyle/>
        <a:p>
          <a:endParaRPr lang="en-US" sz="1000" b="1">
            <a:solidFill>
              <a:srgbClr val="1E5A95"/>
            </a:solidFill>
          </a:endParaRPr>
        </a:p>
      </dgm:t>
    </dgm:pt>
    <dgm:pt modelId="{9EB6D981-ACA7-492C-8587-F4C9672E43AE}" type="sibTrans" cxnId="{A05B7DD4-3386-4DF4-B721-771E39D6B16D}">
      <dgm:prSet/>
      <dgm:spPr/>
      <dgm:t>
        <a:bodyPr/>
        <a:lstStyle/>
        <a:p>
          <a:endParaRPr lang="en-US"/>
        </a:p>
      </dgm:t>
    </dgm:pt>
    <dgm:pt modelId="{73F7689F-0A6C-41CF-942F-2EEFB9D2C66B}">
      <dgm:prSet custT="1"/>
      <dgm:spPr/>
      <dgm:t>
        <a:bodyPr/>
        <a:lstStyle/>
        <a:p>
          <a:r>
            <a:rPr lang="ar-EG" sz="1000" b="1" dirty="0">
              <a:solidFill>
                <a:srgbClr val="1E5A95"/>
              </a:solidFill>
            </a:rPr>
            <a:t>مدير مشروع</a:t>
          </a:r>
          <a:endParaRPr lang="en-US" sz="1000" b="1" dirty="0">
            <a:solidFill>
              <a:srgbClr val="1E5A95"/>
            </a:solidFill>
          </a:endParaRPr>
        </a:p>
      </dgm:t>
    </dgm:pt>
    <dgm:pt modelId="{F9103632-EE8B-429D-8537-4488B78D021A}" type="parTrans" cxnId="{BC8E1770-C626-4E7B-ABE5-AAA100B69D9D}">
      <dgm:prSet/>
      <dgm:spPr/>
      <dgm:t>
        <a:bodyPr/>
        <a:lstStyle/>
        <a:p>
          <a:endParaRPr lang="en-US" sz="1000" b="1">
            <a:solidFill>
              <a:srgbClr val="1E5A95"/>
            </a:solidFill>
          </a:endParaRPr>
        </a:p>
      </dgm:t>
    </dgm:pt>
    <dgm:pt modelId="{57C6CACD-6850-4FEB-AB64-C4CEF945005A}" type="sibTrans" cxnId="{BC8E1770-C626-4E7B-ABE5-AAA100B69D9D}">
      <dgm:prSet/>
      <dgm:spPr/>
      <dgm:t>
        <a:bodyPr/>
        <a:lstStyle/>
        <a:p>
          <a:endParaRPr lang="en-US"/>
        </a:p>
      </dgm:t>
    </dgm:pt>
    <dgm:pt modelId="{C6BB261A-FBCB-4B20-92B3-C82356D63B96}">
      <dgm:prSet custT="1"/>
      <dgm:spPr/>
      <dgm:t>
        <a:bodyPr/>
        <a:lstStyle/>
        <a:p>
          <a:r>
            <a:rPr lang="ar-EG" sz="1000" b="1" dirty="0">
              <a:solidFill>
                <a:srgbClr val="1E5A95"/>
              </a:solidFill>
            </a:rPr>
            <a:t>مشرف تحصيل</a:t>
          </a:r>
          <a:endParaRPr lang="en-US" sz="1000" b="1" dirty="0">
            <a:solidFill>
              <a:srgbClr val="1E5A95"/>
            </a:solidFill>
          </a:endParaRPr>
        </a:p>
      </dgm:t>
    </dgm:pt>
    <dgm:pt modelId="{E283B4D6-296C-4533-BCD0-5AD9FB1FA0B9}" type="parTrans" cxnId="{6458F9EC-E948-4C04-80FD-B4CDD7CA6C0E}">
      <dgm:prSet/>
      <dgm:spPr/>
      <dgm:t>
        <a:bodyPr/>
        <a:lstStyle/>
        <a:p>
          <a:endParaRPr lang="en-US" sz="1000" b="1">
            <a:solidFill>
              <a:srgbClr val="1E5A95"/>
            </a:solidFill>
          </a:endParaRPr>
        </a:p>
      </dgm:t>
    </dgm:pt>
    <dgm:pt modelId="{F3EA76C4-0DBC-4650-AB84-48C144FE9A42}" type="sibTrans" cxnId="{6458F9EC-E948-4C04-80FD-B4CDD7CA6C0E}">
      <dgm:prSet/>
      <dgm:spPr/>
      <dgm:t>
        <a:bodyPr/>
        <a:lstStyle/>
        <a:p>
          <a:endParaRPr lang="en-US"/>
        </a:p>
      </dgm:t>
    </dgm:pt>
    <dgm:pt modelId="{283D65BB-B26B-4FE0-A698-763DEE5E4D14}">
      <dgm:prSet custT="1"/>
      <dgm:spPr/>
      <dgm:t>
        <a:bodyPr/>
        <a:lstStyle/>
        <a:p>
          <a:r>
            <a:rPr lang="ar-EG" sz="1000" b="1" dirty="0">
              <a:solidFill>
                <a:srgbClr val="1E5A95"/>
              </a:solidFill>
            </a:rPr>
            <a:t>محصل هاتفي</a:t>
          </a:r>
          <a:endParaRPr lang="en-US" sz="1000" b="1" dirty="0">
            <a:solidFill>
              <a:srgbClr val="1E5A95"/>
            </a:solidFill>
          </a:endParaRPr>
        </a:p>
      </dgm:t>
    </dgm:pt>
    <dgm:pt modelId="{C5182191-4A2D-4699-8F7D-EEE2EC94C08C}" type="parTrans" cxnId="{661F48A1-FDDB-4C75-B8A7-6E4382FF4712}">
      <dgm:prSet/>
      <dgm:spPr/>
      <dgm:t>
        <a:bodyPr/>
        <a:lstStyle/>
        <a:p>
          <a:endParaRPr lang="en-US" sz="1000" b="1">
            <a:solidFill>
              <a:srgbClr val="1E5A95"/>
            </a:solidFill>
          </a:endParaRPr>
        </a:p>
      </dgm:t>
    </dgm:pt>
    <dgm:pt modelId="{A7F269B0-63B4-44BE-9D2E-64C407F381B5}" type="sibTrans" cxnId="{661F48A1-FDDB-4C75-B8A7-6E4382FF4712}">
      <dgm:prSet/>
      <dgm:spPr/>
      <dgm:t>
        <a:bodyPr/>
        <a:lstStyle/>
        <a:p>
          <a:endParaRPr lang="en-US"/>
        </a:p>
      </dgm:t>
    </dgm:pt>
    <dgm:pt modelId="{03FB11A3-4757-4E78-8412-A992012C71FC}">
      <dgm:prSet custT="1"/>
      <dgm:spPr/>
      <dgm:t>
        <a:bodyPr/>
        <a:lstStyle/>
        <a:p>
          <a:r>
            <a:rPr lang="ar-EG" sz="1000" b="1" dirty="0">
              <a:solidFill>
                <a:srgbClr val="1E5A95"/>
              </a:solidFill>
            </a:rPr>
            <a:t>مدير جودة</a:t>
          </a:r>
          <a:endParaRPr lang="en-US" sz="1000" b="1" dirty="0">
            <a:solidFill>
              <a:srgbClr val="1E5A95"/>
            </a:solidFill>
          </a:endParaRPr>
        </a:p>
      </dgm:t>
    </dgm:pt>
    <dgm:pt modelId="{5E23DCA4-1F47-40DF-8AC7-95B6656249C7}" type="parTrans" cxnId="{3B8C0B66-D4C5-428F-81ED-DEF6A884C290}">
      <dgm:prSet/>
      <dgm:spPr/>
      <dgm:t>
        <a:bodyPr/>
        <a:lstStyle/>
        <a:p>
          <a:endParaRPr lang="en-US" sz="1000" b="1">
            <a:solidFill>
              <a:srgbClr val="1E5A95"/>
            </a:solidFill>
          </a:endParaRPr>
        </a:p>
      </dgm:t>
    </dgm:pt>
    <dgm:pt modelId="{6A1EACE4-B60C-4482-9C7C-301FD5976013}" type="sibTrans" cxnId="{3B8C0B66-D4C5-428F-81ED-DEF6A884C290}">
      <dgm:prSet/>
      <dgm:spPr/>
      <dgm:t>
        <a:bodyPr/>
        <a:lstStyle/>
        <a:p>
          <a:endParaRPr lang="en-US"/>
        </a:p>
      </dgm:t>
    </dgm:pt>
    <dgm:pt modelId="{BC08C8E6-A1D7-4D5D-AA6F-FC31026A75D6}">
      <dgm:prSet custT="1"/>
      <dgm:spPr/>
      <dgm:t>
        <a:bodyPr/>
        <a:lstStyle/>
        <a:p>
          <a:r>
            <a:rPr lang="ar-EG" sz="1000" b="1" dirty="0">
              <a:solidFill>
                <a:srgbClr val="1E5A95"/>
              </a:solidFill>
            </a:rPr>
            <a:t>مشرف جودة</a:t>
          </a:r>
          <a:endParaRPr lang="en-US" sz="1000" b="1" dirty="0">
            <a:solidFill>
              <a:srgbClr val="1E5A95"/>
            </a:solidFill>
          </a:endParaRPr>
        </a:p>
      </dgm:t>
    </dgm:pt>
    <dgm:pt modelId="{FCE7244A-266D-433D-AF40-D1227CC2F2A2}" type="parTrans" cxnId="{60FB9894-6FD6-493F-8B79-ED9FA9E96FF0}">
      <dgm:prSet/>
      <dgm:spPr/>
      <dgm:t>
        <a:bodyPr/>
        <a:lstStyle/>
        <a:p>
          <a:endParaRPr lang="en-US" sz="1000" b="1">
            <a:solidFill>
              <a:srgbClr val="1E5A95"/>
            </a:solidFill>
          </a:endParaRPr>
        </a:p>
      </dgm:t>
    </dgm:pt>
    <dgm:pt modelId="{CF397FAE-0D1D-402F-9B1D-ED2E0C21F167}" type="sibTrans" cxnId="{60FB9894-6FD6-493F-8B79-ED9FA9E96FF0}">
      <dgm:prSet/>
      <dgm:spPr/>
      <dgm:t>
        <a:bodyPr/>
        <a:lstStyle/>
        <a:p>
          <a:endParaRPr lang="en-US"/>
        </a:p>
      </dgm:t>
    </dgm:pt>
    <dgm:pt modelId="{18D2DD82-056D-4EBE-B11E-7E75384B4858}">
      <dgm:prSet custT="1"/>
      <dgm:spPr/>
      <dgm:t>
        <a:bodyPr/>
        <a:lstStyle/>
        <a:p>
          <a:r>
            <a:rPr lang="ar-EG" sz="1000" b="1" dirty="0">
              <a:solidFill>
                <a:srgbClr val="1E5A95"/>
              </a:solidFill>
            </a:rPr>
            <a:t>اخصائي جودة</a:t>
          </a:r>
          <a:endParaRPr lang="en-US" sz="1000" b="1" dirty="0">
            <a:solidFill>
              <a:srgbClr val="1E5A95"/>
            </a:solidFill>
          </a:endParaRPr>
        </a:p>
      </dgm:t>
    </dgm:pt>
    <dgm:pt modelId="{C86A5184-089D-4273-B9EC-91F6CFC5E78D}" type="parTrans" cxnId="{F1CED140-2059-4A20-8A98-420C19442586}">
      <dgm:prSet/>
      <dgm:spPr/>
      <dgm:t>
        <a:bodyPr/>
        <a:lstStyle/>
        <a:p>
          <a:endParaRPr lang="en-US" sz="1000" b="1">
            <a:solidFill>
              <a:srgbClr val="1E5A95"/>
            </a:solidFill>
          </a:endParaRPr>
        </a:p>
      </dgm:t>
    </dgm:pt>
    <dgm:pt modelId="{67B477EA-C8DE-4FD3-9A90-DCCA9C89BB6A}" type="sibTrans" cxnId="{F1CED140-2059-4A20-8A98-420C19442586}">
      <dgm:prSet/>
      <dgm:spPr/>
      <dgm:t>
        <a:bodyPr/>
        <a:lstStyle/>
        <a:p>
          <a:endParaRPr lang="en-US"/>
        </a:p>
      </dgm:t>
    </dgm:pt>
    <dgm:pt modelId="{8598B5BE-4887-48FB-8469-7DD399DF155C}">
      <dgm:prSet custT="1"/>
      <dgm:spPr/>
      <dgm:t>
        <a:bodyPr/>
        <a:lstStyle/>
        <a:p>
          <a:r>
            <a:rPr lang="ar-EG" sz="1000" b="1" dirty="0">
              <a:solidFill>
                <a:srgbClr val="1E5A95"/>
              </a:solidFill>
            </a:rPr>
            <a:t>مدير تكنولوجيا معلومات</a:t>
          </a:r>
          <a:endParaRPr lang="en-US" sz="1000" b="1" dirty="0">
            <a:solidFill>
              <a:srgbClr val="1E5A95"/>
            </a:solidFill>
          </a:endParaRPr>
        </a:p>
      </dgm:t>
    </dgm:pt>
    <dgm:pt modelId="{438B3732-FB2A-4974-957F-5B0E5E4C3AAD}" type="parTrans" cxnId="{9E2DB586-09C5-42AE-820B-5FBB037EA900}">
      <dgm:prSet/>
      <dgm:spPr/>
      <dgm:t>
        <a:bodyPr/>
        <a:lstStyle/>
        <a:p>
          <a:endParaRPr lang="en-US" sz="1000" b="1">
            <a:solidFill>
              <a:srgbClr val="1E5A95"/>
            </a:solidFill>
          </a:endParaRPr>
        </a:p>
      </dgm:t>
    </dgm:pt>
    <dgm:pt modelId="{7B420C73-ADED-4096-9BB3-CD7251C2B8A2}" type="sibTrans" cxnId="{9E2DB586-09C5-42AE-820B-5FBB037EA900}">
      <dgm:prSet/>
      <dgm:spPr/>
      <dgm:t>
        <a:bodyPr/>
        <a:lstStyle/>
        <a:p>
          <a:endParaRPr lang="en-US"/>
        </a:p>
      </dgm:t>
    </dgm:pt>
    <dgm:pt modelId="{4C196FF5-6487-4BDD-B90F-5CF193E77BE1}">
      <dgm:prSet custT="1"/>
      <dgm:spPr/>
      <dgm:t>
        <a:bodyPr/>
        <a:lstStyle/>
        <a:p>
          <a:r>
            <a:rPr lang="ar-EG" sz="1000" b="1" dirty="0">
              <a:solidFill>
                <a:srgbClr val="1E5A95"/>
              </a:solidFill>
            </a:rPr>
            <a:t>مسؤول تكنولوجيا</a:t>
          </a:r>
          <a:endParaRPr lang="en-US" sz="1000" b="1" dirty="0">
            <a:solidFill>
              <a:srgbClr val="1E5A95"/>
            </a:solidFill>
          </a:endParaRPr>
        </a:p>
      </dgm:t>
    </dgm:pt>
    <dgm:pt modelId="{9465EA84-E17E-4955-9B52-5BB9191C7A60}" type="parTrans" cxnId="{0E137BAB-AB14-45BD-A063-31B268D59DE4}">
      <dgm:prSet/>
      <dgm:spPr/>
      <dgm:t>
        <a:bodyPr/>
        <a:lstStyle/>
        <a:p>
          <a:endParaRPr lang="en-US" sz="1000" b="1">
            <a:solidFill>
              <a:srgbClr val="1E5A95"/>
            </a:solidFill>
          </a:endParaRPr>
        </a:p>
      </dgm:t>
    </dgm:pt>
    <dgm:pt modelId="{DACC36CF-83B0-4118-A0F4-BAF1DC2BA43A}" type="sibTrans" cxnId="{0E137BAB-AB14-45BD-A063-31B268D59DE4}">
      <dgm:prSet/>
      <dgm:spPr/>
      <dgm:t>
        <a:bodyPr/>
        <a:lstStyle/>
        <a:p>
          <a:endParaRPr lang="en-US"/>
        </a:p>
      </dgm:t>
    </dgm:pt>
    <dgm:pt modelId="{08BD73F4-05C2-48C0-ACCB-90040FFBF8BD}">
      <dgm:prSet custT="1"/>
      <dgm:spPr/>
      <dgm:t>
        <a:bodyPr/>
        <a:lstStyle/>
        <a:p>
          <a:r>
            <a:rPr lang="ar-EG" sz="1000" b="1" dirty="0">
              <a:solidFill>
                <a:srgbClr val="1E5A95"/>
              </a:solidFill>
            </a:rPr>
            <a:t>اخصائي تكنولوجيا</a:t>
          </a:r>
          <a:endParaRPr lang="en-US" sz="1000" b="1" dirty="0">
            <a:solidFill>
              <a:srgbClr val="1E5A95"/>
            </a:solidFill>
          </a:endParaRPr>
        </a:p>
      </dgm:t>
    </dgm:pt>
    <dgm:pt modelId="{2C28DC86-2B4C-4614-ABBF-8A50823AE95E}" type="parTrans" cxnId="{A3B9CB27-859B-451E-89C5-73915998CC0C}">
      <dgm:prSet/>
      <dgm:spPr/>
      <dgm:t>
        <a:bodyPr/>
        <a:lstStyle/>
        <a:p>
          <a:endParaRPr lang="en-US" sz="1000" b="1">
            <a:solidFill>
              <a:srgbClr val="1E5A95"/>
            </a:solidFill>
          </a:endParaRPr>
        </a:p>
      </dgm:t>
    </dgm:pt>
    <dgm:pt modelId="{D0BBBB2D-EEAE-436C-A1A9-021180B51C79}" type="sibTrans" cxnId="{A3B9CB27-859B-451E-89C5-73915998CC0C}">
      <dgm:prSet/>
      <dgm:spPr/>
      <dgm:t>
        <a:bodyPr/>
        <a:lstStyle/>
        <a:p>
          <a:endParaRPr lang="en-US"/>
        </a:p>
      </dgm:t>
    </dgm:pt>
    <dgm:pt modelId="{8C198A3F-6CF6-4D2D-94F3-7EB6242173D6}">
      <dgm:prSet custT="1"/>
      <dgm:spPr/>
      <dgm:t>
        <a:bodyPr/>
        <a:lstStyle/>
        <a:p>
          <a:r>
            <a:rPr lang="ar-EG" sz="1000" b="1" dirty="0">
              <a:solidFill>
                <a:srgbClr val="1E5A95"/>
              </a:solidFill>
            </a:rPr>
            <a:t>مدير شئون قانونية</a:t>
          </a:r>
          <a:endParaRPr lang="en-US" sz="1000" b="1" dirty="0">
            <a:solidFill>
              <a:srgbClr val="1E5A95"/>
            </a:solidFill>
          </a:endParaRPr>
        </a:p>
      </dgm:t>
    </dgm:pt>
    <dgm:pt modelId="{555A4E47-604B-4B72-9EC2-F992F13C825F}" type="parTrans" cxnId="{9AD901E6-355B-42ED-B3E9-14F3B5440CBF}">
      <dgm:prSet/>
      <dgm:spPr/>
      <dgm:t>
        <a:bodyPr/>
        <a:lstStyle/>
        <a:p>
          <a:endParaRPr lang="en-US" sz="1000" b="1">
            <a:solidFill>
              <a:srgbClr val="1E5A95"/>
            </a:solidFill>
          </a:endParaRPr>
        </a:p>
      </dgm:t>
    </dgm:pt>
    <dgm:pt modelId="{B70D7E0E-32E1-4757-9966-09B36720791C}" type="sibTrans" cxnId="{9AD901E6-355B-42ED-B3E9-14F3B5440CBF}">
      <dgm:prSet/>
      <dgm:spPr/>
      <dgm:t>
        <a:bodyPr/>
        <a:lstStyle/>
        <a:p>
          <a:endParaRPr lang="en-US"/>
        </a:p>
      </dgm:t>
    </dgm:pt>
    <dgm:pt modelId="{FC2143C2-7177-4866-BCE0-0ECC7507B88B}">
      <dgm:prSet custT="1"/>
      <dgm:spPr/>
      <dgm:t>
        <a:bodyPr/>
        <a:lstStyle/>
        <a:p>
          <a:r>
            <a:rPr lang="ar-EG" sz="1000" b="1" dirty="0">
              <a:solidFill>
                <a:srgbClr val="1E5A95"/>
              </a:solidFill>
            </a:rPr>
            <a:t>محامي</a:t>
          </a:r>
          <a:endParaRPr lang="en-US" sz="1000" b="1" dirty="0">
            <a:solidFill>
              <a:srgbClr val="1E5A95"/>
            </a:solidFill>
          </a:endParaRPr>
        </a:p>
      </dgm:t>
    </dgm:pt>
    <dgm:pt modelId="{4A5A515F-0289-4F4B-8E5E-6ABC1B9E4E3C}" type="parTrans" cxnId="{41D53FE6-C30B-4B80-A9FD-492E6B6FA5F8}">
      <dgm:prSet/>
      <dgm:spPr/>
      <dgm:t>
        <a:bodyPr/>
        <a:lstStyle/>
        <a:p>
          <a:endParaRPr lang="en-US" sz="1000" b="1">
            <a:solidFill>
              <a:srgbClr val="1E5A95"/>
            </a:solidFill>
          </a:endParaRPr>
        </a:p>
      </dgm:t>
    </dgm:pt>
    <dgm:pt modelId="{3182B1CB-AEE4-4008-A18F-281E007EBC02}" type="sibTrans" cxnId="{41D53FE6-C30B-4B80-A9FD-492E6B6FA5F8}">
      <dgm:prSet/>
      <dgm:spPr/>
      <dgm:t>
        <a:bodyPr/>
        <a:lstStyle/>
        <a:p>
          <a:endParaRPr lang="en-US"/>
        </a:p>
      </dgm:t>
    </dgm:pt>
    <dgm:pt modelId="{E529793A-61AA-437F-A58E-4A3FAEBE60B9}">
      <dgm:prSet custT="1"/>
      <dgm:spPr/>
      <dgm:t>
        <a:bodyPr/>
        <a:lstStyle/>
        <a:p>
          <a:r>
            <a:rPr lang="ar-EG" sz="1000" b="1" dirty="0">
              <a:solidFill>
                <a:srgbClr val="1E5A95"/>
              </a:solidFill>
            </a:rPr>
            <a:t>مدير حسابات</a:t>
          </a:r>
          <a:endParaRPr lang="en-US" sz="1000" b="1" dirty="0">
            <a:solidFill>
              <a:srgbClr val="1E5A95"/>
            </a:solidFill>
          </a:endParaRPr>
        </a:p>
      </dgm:t>
    </dgm:pt>
    <dgm:pt modelId="{8E209057-A9D5-4820-A5A9-B9FB5047C033}" type="parTrans" cxnId="{9DD922EA-D82E-4FE8-98F8-1C598A79D3F9}">
      <dgm:prSet/>
      <dgm:spPr/>
      <dgm:t>
        <a:bodyPr/>
        <a:lstStyle/>
        <a:p>
          <a:endParaRPr lang="en-US" sz="1000" b="1">
            <a:solidFill>
              <a:srgbClr val="1E5A95"/>
            </a:solidFill>
          </a:endParaRPr>
        </a:p>
      </dgm:t>
    </dgm:pt>
    <dgm:pt modelId="{9C062653-A322-40B1-A5EE-2EAA0976C855}" type="sibTrans" cxnId="{9DD922EA-D82E-4FE8-98F8-1C598A79D3F9}">
      <dgm:prSet/>
      <dgm:spPr/>
      <dgm:t>
        <a:bodyPr/>
        <a:lstStyle/>
        <a:p>
          <a:endParaRPr lang="en-US"/>
        </a:p>
      </dgm:t>
    </dgm:pt>
    <dgm:pt modelId="{538639D0-EEDC-4F42-9DEF-648BC56196E9}">
      <dgm:prSet custT="1"/>
      <dgm:spPr/>
      <dgm:t>
        <a:bodyPr/>
        <a:lstStyle/>
        <a:p>
          <a:r>
            <a:rPr lang="ar-EG" sz="1000" b="1" dirty="0">
              <a:solidFill>
                <a:srgbClr val="1E5A95"/>
              </a:solidFill>
            </a:rPr>
            <a:t>محاسب عام</a:t>
          </a:r>
          <a:endParaRPr lang="en-US" sz="1000" b="1" dirty="0">
            <a:solidFill>
              <a:srgbClr val="1E5A95"/>
            </a:solidFill>
          </a:endParaRPr>
        </a:p>
      </dgm:t>
    </dgm:pt>
    <dgm:pt modelId="{3CBBABF4-AE58-4789-922F-5ADF2B7EA72D}" type="parTrans" cxnId="{FCA4C4BD-85C3-4681-8FD3-8CBA92E49B5C}">
      <dgm:prSet/>
      <dgm:spPr/>
      <dgm:t>
        <a:bodyPr/>
        <a:lstStyle/>
        <a:p>
          <a:endParaRPr lang="en-US" sz="1000" b="1">
            <a:solidFill>
              <a:srgbClr val="1E5A95"/>
            </a:solidFill>
          </a:endParaRPr>
        </a:p>
      </dgm:t>
    </dgm:pt>
    <dgm:pt modelId="{5C47A978-90AF-4552-BA13-B9CFFB97BE88}" type="sibTrans" cxnId="{FCA4C4BD-85C3-4681-8FD3-8CBA92E49B5C}">
      <dgm:prSet/>
      <dgm:spPr/>
      <dgm:t>
        <a:bodyPr/>
        <a:lstStyle/>
        <a:p>
          <a:endParaRPr lang="en-US"/>
        </a:p>
      </dgm:t>
    </dgm:pt>
    <dgm:pt modelId="{9119C85D-1822-4846-BA2F-D36BA40E3090}">
      <dgm:prSet custT="1"/>
      <dgm:spPr/>
      <dgm:t>
        <a:bodyPr/>
        <a:lstStyle/>
        <a:p>
          <a:r>
            <a:rPr lang="ar-EG" sz="1000" b="1" dirty="0">
              <a:solidFill>
                <a:srgbClr val="1E5A95"/>
              </a:solidFill>
            </a:rPr>
            <a:t>محاسب تسوية</a:t>
          </a:r>
          <a:endParaRPr lang="en-US" sz="1000" b="1" dirty="0">
            <a:solidFill>
              <a:srgbClr val="1E5A95"/>
            </a:solidFill>
          </a:endParaRPr>
        </a:p>
      </dgm:t>
    </dgm:pt>
    <dgm:pt modelId="{BBBE8600-3576-46AB-8791-08CF7B209E48}" type="parTrans" cxnId="{864A485F-3460-46A5-A40E-014F1C29FEFA}">
      <dgm:prSet/>
      <dgm:spPr/>
      <dgm:t>
        <a:bodyPr/>
        <a:lstStyle/>
        <a:p>
          <a:endParaRPr lang="en-US" sz="1000" b="1">
            <a:solidFill>
              <a:srgbClr val="1E5A95"/>
            </a:solidFill>
          </a:endParaRPr>
        </a:p>
      </dgm:t>
    </dgm:pt>
    <dgm:pt modelId="{2D1B714E-3254-4D6E-8F44-3D3D03401223}" type="sibTrans" cxnId="{864A485F-3460-46A5-A40E-014F1C29FEFA}">
      <dgm:prSet/>
      <dgm:spPr/>
      <dgm:t>
        <a:bodyPr/>
        <a:lstStyle/>
        <a:p>
          <a:endParaRPr lang="en-US"/>
        </a:p>
      </dgm:t>
    </dgm:pt>
    <dgm:pt modelId="{B2248237-2B96-40FE-BB30-4ACF5FD187B6}">
      <dgm:prSet custT="1"/>
      <dgm:spPr/>
      <dgm:t>
        <a:bodyPr/>
        <a:lstStyle/>
        <a:p>
          <a:r>
            <a:rPr lang="ar-EG" sz="1000" b="1" dirty="0">
              <a:solidFill>
                <a:srgbClr val="1E5A95"/>
              </a:solidFill>
            </a:rPr>
            <a:t>اخصائي التزام</a:t>
          </a:r>
          <a:endParaRPr lang="en-US" sz="1000" b="1" dirty="0">
            <a:solidFill>
              <a:srgbClr val="1E5A95"/>
            </a:solidFill>
          </a:endParaRPr>
        </a:p>
      </dgm:t>
    </dgm:pt>
    <dgm:pt modelId="{75167CF1-62FA-4C73-B601-AFE61A85EDF9}" type="parTrans" cxnId="{618D0CDC-D5B3-4D60-9433-0B6183CC2558}">
      <dgm:prSet/>
      <dgm:spPr/>
      <dgm:t>
        <a:bodyPr/>
        <a:lstStyle/>
        <a:p>
          <a:endParaRPr lang="en-US" sz="1000" b="1">
            <a:solidFill>
              <a:srgbClr val="1E5A95"/>
            </a:solidFill>
          </a:endParaRPr>
        </a:p>
      </dgm:t>
    </dgm:pt>
    <dgm:pt modelId="{D21084B0-2AC2-4A4D-BA7F-25B48D8D5B7E}" type="sibTrans" cxnId="{618D0CDC-D5B3-4D60-9433-0B6183CC2558}">
      <dgm:prSet/>
      <dgm:spPr/>
      <dgm:t>
        <a:bodyPr/>
        <a:lstStyle/>
        <a:p>
          <a:endParaRPr lang="en-US"/>
        </a:p>
      </dgm:t>
    </dgm:pt>
    <dgm:pt modelId="{EFE1CD9D-2858-4A1A-9145-6A472F0FCF9E}">
      <dgm:prSet custT="1"/>
      <dgm:spPr/>
      <dgm:t>
        <a:bodyPr/>
        <a:lstStyle/>
        <a:p>
          <a:r>
            <a:rPr lang="ar-EG" sz="1000" b="1" dirty="0">
              <a:solidFill>
                <a:srgbClr val="1E5A95"/>
              </a:solidFill>
            </a:rPr>
            <a:t>موظف بوفية</a:t>
          </a:r>
          <a:endParaRPr lang="en-US" sz="1000" b="1" dirty="0">
            <a:solidFill>
              <a:srgbClr val="1E5A95"/>
            </a:solidFill>
          </a:endParaRPr>
        </a:p>
      </dgm:t>
    </dgm:pt>
    <dgm:pt modelId="{D5FA641C-DA42-432E-9C0B-6E62ED42C251}" type="parTrans" cxnId="{18FFCC8C-CE6E-4939-B4F2-2A3E43400219}">
      <dgm:prSet/>
      <dgm:spPr/>
      <dgm:t>
        <a:bodyPr/>
        <a:lstStyle/>
        <a:p>
          <a:endParaRPr lang="en-US" sz="1000" b="1">
            <a:solidFill>
              <a:srgbClr val="1E5A95"/>
            </a:solidFill>
          </a:endParaRPr>
        </a:p>
      </dgm:t>
    </dgm:pt>
    <dgm:pt modelId="{42F58449-692F-4114-A223-9F9257E073FA}" type="sibTrans" cxnId="{18FFCC8C-CE6E-4939-B4F2-2A3E43400219}">
      <dgm:prSet/>
      <dgm:spPr/>
      <dgm:t>
        <a:bodyPr/>
        <a:lstStyle/>
        <a:p>
          <a:endParaRPr lang="en-US"/>
        </a:p>
      </dgm:t>
    </dgm:pt>
    <dgm:pt modelId="{550E5FA8-F911-42DF-9BB9-E13934C043AD}">
      <dgm:prSet custT="1"/>
      <dgm:spPr/>
      <dgm:t>
        <a:bodyPr/>
        <a:lstStyle/>
        <a:p>
          <a:r>
            <a:rPr lang="ar-EG" sz="1000" b="1" dirty="0">
              <a:solidFill>
                <a:srgbClr val="1E5A95"/>
              </a:solidFill>
            </a:rPr>
            <a:t>موظف استقبال</a:t>
          </a:r>
          <a:endParaRPr lang="en-US" sz="1000" b="1" dirty="0">
            <a:solidFill>
              <a:srgbClr val="1E5A95"/>
            </a:solidFill>
          </a:endParaRPr>
        </a:p>
      </dgm:t>
    </dgm:pt>
    <dgm:pt modelId="{F974990E-AA57-4166-92E4-3FA638074133}" type="parTrans" cxnId="{28345FAD-301E-4377-A489-354A5E1AC53D}">
      <dgm:prSet/>
      <dgm:spPr/>
      <dgm:t>
        <a:bodyPr/>
        <a:lstStyle/>
        <a:p>
          <a:endParaRPr lang="en-US" sz="1000" b="1">
            <a:solidFill>
              <a:srgbClr val="1E5A95"/>
            </a:solidFill>
          </a:endParaRPr>
        </a:p>
      </dgm:t>
    </dgm:pt>
    <dgm:pt modelId="{6C320EEA-4482-4B18-AB89-909E56B2741C}" type="sibTrans" cxnId="{28345FAD-301E-4377-A489-354A5E1AC53D}">
      <dgm:prSet/>
      <dgm:spPr/>
      <dgm:t>
        <a:bodyPr/>
        <a:lstStyle/>
        <a:p>
          <a:endParaRPr lang="en-US"/>
        </a:p>
      </dgm:t>
    </dgm:pt>
    <dgm:pt modelId="{1D228C9B-F15D-4AA1-9D2C-E38CC2C0C949}">
      <dgm:prSet custT="1"/>
      <dgm:spPr/>
      <dgm:t>
        <a:bodyPr/>
        <a:lstStyle/>
        <a:p>
          <a:r>
            <a:rPr lang="ar-EG" sz="1000" b="1" dirty="0">
              <a:solidFill>
                <a:srgbClr val="1E5A95"/>
              </a:solidFill>
            </a:rPr>
            <a:t>اخصائي مبيعات</a:t>
          </a:r>
          <a:endParaRPr lang="en-US" sz="1000" b="1" dirty="0">
            <a:solidFill>
              <a:srgbClr val="1E5A95"/>
            </a:solidFill>
          </a:endParaRPr>
        </a:p>
      </dgm:t>
    </dgm:pt>
    <dgm:pt modelId="{53864CFA-2456-4420-A997-1CA252E044BE}" type="parTrans" cxnId="{BF5E29BE-59BB-4555-92E7-B7236A2827D8}">
      <dgm:prSet/>
      <dgm:spPr/>
      <dgm:t>
        <a:bodyPr/>
        <a:lstStyle/>
        <a:p>
          <a:endParaRPr lang="en-US" sz="1000" b="1">
            <a:solidFill>
              <a:srgbClr val="1E5A95"/>
            </a:solidFill>
          </a:endParaRPr>
        </a:p>
      </dgm:t>
    </dgm:pt>
    <dgm:pt modelId="{8F6EEAE2-7922-46BD-94DE-CE35F05347C1}" type="sibTrans" cxnId="{BF5E29BE-59BB-4555-92E7-B7236A2827D8}">
      <dgm:prSet/>
      <dgm:spPr/>
      <dgm:t>
        <a:bodyPr/>
        <a:lstStyle/>
        <a:p>
          <a:endParaRPr lang="en-US"/>
        </a:p>
      </dgm:t>
    </dgm:pt>
    <dgm:pt modelId="{DDD0FAD1-9086-4354-A570-20EA91D5FA64}">
      <dgm:prSet custT="1"/>
      <dgm:spPr/>
      <dgm:t>
        <a:bodyPr/>
        <a:lstStyle/>
        <a:p>
          <a:r>
            <a:rPr lang="ar-EG" sz="1000" b="1" dirty="0">
              <a:solidFill>
                <a:srgbClr val="1E5A95"/>
              </a:solidFill>
            </a:rPr>
            <a:t>مسؤول اصول</a:t>
          </a:r>
          <a:endParaRPr lang="en-US" sz="1000" b="1" dirty="0">
            <a:solidFill>
              <a:srgbClr val="1E5A95"/>
            </a:solidFill>
          </a:endParaRPr>
        </a:p>
      </dgm:t>
    </dgm:pt>
    <dgm:pt modelId="{B126AD05-00EC-426E-8E0F-C7914F9054B2}" type="parTrans" cxnId="{2852DD65-97AC-453C-915F-99E9E057CFA1}">
      <dgm:prSet/>
      <dgm:spPr/>
      <dgm:t>
        <a:bodyPr/>
        <a:lstStyle/>
        <a:p>
          <a:endParaRPr lang="en-US" sz="1000" b="1">
            <a:solidFill>
              <a:srgbClr val="1E5A95"/>
            </a:solidFill>
          </a:endParaRPr>
        </a:p>
      </dgm:t>
    </dgm:pt>
    <dgm:pt modelId="{1074B4AB-6948-47F1-B3CA-C8EEF38BF212}" type="sibTrans" cxnId="{2852DD65-97AC-453C-915F-99E9E057CFA1}">
      <dgm:prSet/>
      <dgm:spPr/>
      <dgm:t>
        <a:bodyPr/>
        <a:lstStyle/>
        <a:p>
          <a:endParaRPr lang="en-US"/>
        </a:p>
      </dgm:t>
    </dgm:pt>
    <dgm:pt modelId="{39F976CE-29D0-4479-9D84-640F19EBA8EB}">
      <dgm:prSet custT="1"/>
      <dgm:spPr/>
      <dgm:t>
        <a:bodyPr/>
        <a:lstStyle/>
        <a:p>
          <a:r>
            <a:rPr lang="ar-EG" sz="1000" b="1" dirty="0">
              <a:solidFill>
                <a:srgbClr val="1E5A95"/>
              </a:solidFill>
            </a:rPr>
            <a:t>عناية عملاء</a:t>
          </a:r>
          <a:endParaRPr lang="en-US" sz="1000" b="1" dirty="0">
            <a:solidFill>
              <a:srgbClr val="1E5A95"/>
            </a:solidFill>
          </a:endParaRPr>
        </a:p>
      </dgm:t>
    </dgm:pt>
    <dgm:pt modelId="{959B4883-7DF3-45C2-9F6E-65A088220ECC}" type="parTrans" cxnId="{832F3EA2-24AB-4640-9AEB-4E0DFB83DF57}">
      <dgm:prSet/>
      <dgm:spPr/>
      <dgm:t>
        <a:bodyPr/>
        <a:lstStyle/>
        <a:p>
          <a:endParaRPr lang="en-US" sz="1000" b="1">
            <a:solidFill>
              <a:srgbClr val="1E5A95"/>
            </a:solidFill>
          </a:endParaRPr>
        </a:p>
      </dgm:t>
    </dgm:pt>
    <dgm:pt modelId="{DD5AB577-DABD-47A1-B3BF-AA288CC464C3}" type="sibTrans" cxnId="{832F3EA2-24AB-4640-9AEB-4E0DFB83DF57}">
      <dgm:prSet/>
      <dgm:spPr/>
      <dgm:t>
        <a:bodyPr/>
        <a:lstStyle/>
        <a:p>
          <a:endParaRPr lang="en-US"/>
        </a:p>
      </dgm:t>
    </dgm:pt>
    <dgm:pt modelId="{19C2F0D7-9734-4B57-850D-84849123EFCC}" type="asst">
      <dgm:prSet custT="1"/>
      <dgm:spPr/>
      <dgm:t>
        <a:bodyPr/>
        <a:lstStyle/>
        <a:p>
          <a:r>
            <a:rPr lang="ar-EG" sz="1000" b="1" dirty="0">
              <a:solidFill>
                <a:srgbClr val="1E5A95"/>
              </a:solidFill>
            </a:rPr>
            <a:t>مساعد اداري</a:t>
          </a:r>
          <a:endParaRPr lang="en-US" sz="1000" b="1" dirty="0">
            <a:solidFill>
              <a:srgbClr val="1E5A95"/>
            </a:solidFill>
          </a:endParaRPr>
        </a:p>
      </dgm:t>
    </dgm:pt>
    <dgm:pt modelId="{92101DF7-4027-468C-8376-DE2D6D72CC2D}" type="parTrans" cxnId="{75E6E3A8-C58A-4C97-89E6-7B9B79E09352}">
      <dgm:prSet/>
      <dgm:spPr/>
      <dgm:t>
        <a:bodyPr/>
        <a:lstStyle/>
        <a:p>
          <a:endParaRPr lang="en-US" sz="1000" b="1">
            <a:solidFill>
              <a:srgbClr val="1E5A95"/>
            </a:solidFill>
          </a:endParaRPr>
        </a:p>
      </dgm:t>
    </dgm:pt>
    <dgm:pt modelId="{B0FF51E6-034D-46C0-ADE0-18198EC620A5}" type="sibTrans" cxnId="{75E6E3A8-C58A-4C97-89E6-7B9B79E09352}">
      <dgm:prSet/>
      <dgm:spPr/>
      <dgm:t>
        <a:bodyPr/>
        <a:lstStyle/>
        <a:p>
          <a:endParaRPr lang="en-US"/>
        </a:p>
      </dgm:t>
    </dgm:pt>
    <dgm:pt modelId="{667EDBA3-D59B-4DDA-A384-CE3C6517A8CF}" type="pres">
      <dgm:prSet presAssocID="{C27DACF7-0D9C-42DA-B3A6-A4D20FA0514C}" presName="hierChild1" presStyleCnt="0">
        <dgm:presLayoutVars>
          <dgm:orgChart val="1"/>
          <dgm:chPref val="1"/>
          <dgm:dir/>
          <dgm:animOne val="branch"/>
          <dgm:animLvl val="lvl"/>
          <dgm:resizeHandles/>
        </dgm:presLayoutVars>
      </dgm:prSet>
      <dgm:spPr/>
    </dgm:pt>
    <dgm:pt modelId="{94AC6A72-294C-4538-A37B-D51FCD286242}" type="pres">
      <dgm:prSet presAssocID="{73CDAA4C-6033-4886-BCB7-A101B8972E47}" presName="hierRoot1" presStyleCnt="0">
        <dgm:presLayoutVars>
          <dgm:hierBranch/>
        </dgm:presLayoutVars>
      </dgm:prSet>
      <dgm:spPr/>
    </dgm:pt>
    <dgm:pt modelId="{FFEB7913-4AB0-432A-99FC-C2F705426433}" type="pres">
      <dgm:prSet presAssocID="{73CDAA4C-6033-4886-BCB7-A101B8972E47}" presName="rootComposite1" presStyleCnt="0"/>
      <dgm:spPr/>
    </dgm:pt>
    <dgm:pt modelId="{8766AF82-EF27-47DA-9177-2799997C1502}" type="pres">
      <dgm:prSet presAssocID="{73CDAA4C-6033-4886-BCB7-A101B8972E47}" presName="rootText1" presStyleLbl="node0" presStyleIdx="0" presStyleCnt="1" custLinFactY="-72309" custLinFactNeighborX="-65290" custLinFactNeighborY="-100000">
        <dgm:presLayoutVars>
          <dgm:chPref val="3"/>
        </dgm:presLayoutVars>
      </dgm:prSet>
      <dgm:spPr/>
    </dgm:pt>
    <dgm:pt modelId="{49A63A43-1A59-4C04-B0A9-3CDABB8E8BE6}" type="pres">
      <dgm:prSet presAssocID="{73CDAA4C-6033-4886-BCB7-A101B8972E47}" presName="rootConnector1" presStyleLbl="node1" presStyleIdx="0" presStyleCnt="0"/>
      <dgm:spPr/>
    </dgm:pt>
    <dgm:pt modelId="{A7C11595-F232-4163-85FA-8EAF705C1B5D}" type="pres">
      <dgm:prSet presAssocID="{73CDAA4C-6033-4886-BCB7-A101B8972E47}" presName="hierChild2" presStyleCnt="0"/>
      <dgm:spPr/>
    </dgm:pt>
    <dgm:pt modelId="{F3C91B2E-551C-429C-8FBF-AFA1AEF8A9C1}" type="pres">
      <dgm:prSet presAssocID="{12940D1E-8EB7-4770-BA6E-EEDB03ED1A93}" presName="Name35" presStyleLbl="parChTrans1D2" presStyleIdx="0" presStyleCnt="10"/>
      <dgm:spPr/>
    </dgm:pt>
    <dgm:pt modelId="{48E12419-43C6-4A06-BFEA-A3C71FEF3323}" type="pres">
      <dgm:prSet presAssocID="{E0B3F0DB-9FEC-474C-8398-F83056D49345}" presName="hierRoot2" presStyleCnt="0">
        <dgm:presLayoutVars>
          <dgm:hierBranch/>
        </dgm:presLayoutVars>
      </dgm:prSet>
      <dgm:spPr/>
    </dgm:pt>
    <dgm:pt modelId="{CA79651D-DF7D-4C7B-B942-679B49A800F5}" type="pres">
      <dgm:prSet presAssocID="{E0B3F0DB-9FEC-474C-8398-F83056D49345}" presName="rootComposite" presStyleCnt="0"/>
      <dgm:spPr/>
    </dgm:pt>
    <dgm:pt modelId="{8F7270DC-5F4B-490A-88A0-247FCD08AF8F}" type="pres">
      <dgm:prSet presAssocID="{E0B3F0DB-9FEC-474C-8398-F83056D49345}" presName="rootText" presStyleLbl="node2" presStyleIdx="0" presStyleCnt="9">
        <dgm:presLayoutVars>
          <dgm:chPref val="3"/>
        </dgm:presLayoutVars>
      </dgm:prSet>
      <dgm:spPr/>
    </dgm:pt>
    <dgm:pt modelId="{C9C93912-7AD8-440E-8EFE-2DDE5D793691}" type="pres">
      <dgm:prSet presAssocID="{E0B3F0DB-9FEC-474C-8398-F83056D49345}" presName="rootConnector" presStyleLbl="node2" presStyleIdx="0" presStyleCnt="9"/>
      <dgm:spPr/>
    </dgm:pt>
    <dgm:pt modelId="{93FF00E3-5E4D-43FD-8B84-112F94349CDD}" type="pres">
      <dgm:prSet presAssocID="{E0B3F0DB-9FEC-474C-8398-F83056D49345}" presName="hierChild4" presStyleCnt="0"/>
      <dgm:spPr/>
    </dgm:pt>
    <dgm:pt modelId="{C168E755-47AB-4229-9659-96E4D5684C46}" type="pres">
      <dgm:prSet presAssocID="{35703F6E-B704-49A1-92BE-87CEFCA169C6}" presName="Name35" presStyleLbl="parChTrans1D3" presStyleIdx="0" presStyleCnt="11"/>
      <dgm:spPr/>
    </dgm:pt>
    <dgm:pt modelId="{D817043E-3DAE-428D-95A3-D00F1C53F044}" type="pres">
      <dgm:prSet presAssocID="{9773C5FA-CFF5-4924-8500-BB7E3E9E28EC}" presName="hierRoot2" presStyleCnt="0">
        <dgm:presLayoutVars>
          <dgm:hierBranch/>
        </dgm:presLayoutVars>
      </dgm:prSet>
      <dgm:spPr/>
    </dgm:pt>
    <dgm:pt modelId="{19923FD3-A48D-4FE1-9D39-E673ECA0E89A}" type="pres">
      <dgm:prSet presAssocID="{9773C5FA-CFF5-4924-8500-BB7E3E9E28EC}" presName="rootComposite" presStyleCnt="0"/>
      <dgm:spPr/>
    </dgm:pt>
    <dgm:pt modelId="{D6694C1E-8918-4F7B-B3AC-2748C33AD189}" type="pres">
      <dgm:prSet presAssocID="{9773C5FA-CFF5-4924-8500-BB7E3E9E28EC}" presName="rootText" presStyleLbl="node3" presStyleIdx="0" presStyleCnt="11">
        <dgm:presLayoutVars>
          <dgm:chPref val="3"/>
        </dgm:presLayoutVars>
      </dgm:prSet>
      <dgm:spPr/>
    </dgm:pt>
    <dgm:pt modelId="{6D76A82D-662E-4AC8-98B3-69551AE615BC}" type="pres">
      <dgm:prSet presAssocID="{9773C5FA-CFF5-4924-8500-BB7E3E9E28EC}" presName="rootConnector" presStyleLbl="node3" presStyleIdx="0" presStyleCnt="11"/>
      <dgm:spPr/>
    </dgm:pt>
    <dgm:pt modelId="{6E02A411-9616-4BE8-9B38-C8161F527032}" type="pres">
      <dgm:prSet presAssocID="{9773C5FA-CFF5-4924-8500-BB7E3E9E28EC}" presName="hierChild4" presStyleCnt="0"/>
      <dgm:spPr/>
    </dgm:pt>
    <dgm:pt modelId="{7C60A0B7-5934-4BE6-8931-6662FB80A41B}" type="pres">
      <dgm:prSet presAssocID="{72888972-A12B-4840-87BE-BC82FA170797}" presName="Name35" presStyleLbl="parChTrans1D4" presStyleIdx="0" presStyleCnt="18"/>
      <dgm:spPr/>
    </dgm:pt>
    <dgm:pt modelId="{9C165826-5CA5-4768-97CA-BAFE7D5E7C95}" type="pres">
      <dgm:prSet presAssocID="{F3DF4360-77A1-4FC8-B05C-462F202005FB}" presName="hierRoot2" presStyleCnt="0">
        <dgm:presLayoutVars>
          <dgm:hierBranch/>
        </dgm:presLayoutVars>
      </dgm:prSet>
      <dgm:spPr/>
    </dgm:pt>
    <dgm:pt modelId="{73E4F9FE-E1BD-47F5-AB6B-F9E32F093837}" type="pres">
      <dgm:prSet presAssocID="{F3DF4360-77A1-4FC8-B05C-462F202005FB}" presName="rootComposite" presStyleCnt="0"/>
      <dgm:spPr/>
    </dgm:pt>
    <dgm:pt modelId="{F43570F7-0162-4B8A-88F0-17EF0ACABC37}" type="pres">
      <dgm:prSet presAssocID="{F3DF4360-77A1-4FC8-B05C-462F202005FB}" presName="rootText" presStyleLbl="node4" presStyleIdx="0" presStyleCnt="18">
        <dgm:presLayoutVars>
          <dgm:chPref val="3"/>
        </dgm:presLayoutVars>
      </dgm:prSet>
      <dgm:spPr/>
    </dgm:pt>
    <dgm:pt modelId="{96066443-D4E7-486C-8311-30944DF6EB15}" type="pres">
      <dgm:prSet presAssocID="{F3DF4360-77A1-4FC8-B05C-462F202005FB}" presName="rootConnector" presStyleLbl="node4" presStyleIdx="0" presStyleCnt="18"/>
      <dgm:spPr/>
    </dgm:pt>
    <dgm:pt modelId="{4CF87399-FE53-457B-94B8-C6EB4F0C2705}" type="pres">
      <dgm:prSet presAssocID="{F3DF4360-77A1-4FC8-B05C-462F202005FB}" presName="hierChild4" presStyleCnt="0"/>
      <dgm:spPr/>
    </dgm:pt>
    <dgm:pt modelId="{F40332FA-1CFD-4F93-B940-A3006CF15BF7}" type="pres">
      <dgm:prSet presAssocID="{F3DF4360-77A1-4FC8-B05C-462F202005FB}" presName="hierChild5" presStyleCnt="0"/>
      <dgm:spPr/>
    </dgm:pt>
    <dgm:pt modelId="{9D72D059-D2BA-418E-A237-A0317A0C6BEC}" type="pres">
      <dgm:prSet presAssocID="{A4882862-EA16-4EF0-8A04-05A35BE10496}" presName="Name35" presStyleLbl="parChTrans1D4" presStyleIdx="1" presStyleCnt="18"/>
      <dgm:spPr/>
    </dgm:pt>
    <dgm:pt modelId="{19EDC025-1D73-45E1-AC67-BE81F6553B97}" type="pres">
      <dgm:prSet presAssocID="{AEFB9A2F-4214-4F57-9F9A-46A1875DF300}" presName="hierRoot2" presStyleCnt="0">
        <dgm:presLayoutVars>
          <dgm:hierBranch/>
        </dgm:presLayoutVars>
      </dgm:prSet>
      <dgm:spPr/>
    </dgm:pt>
    <dgm:pt modelId="{62EE697F-3200-4E51-9BBF-9A260A0C42DA}" type="pres">
      <dgm:prSet presAssocID="{AEFB9A2F-4214-4F57-9F9A-46A1875DF300}" presName="rootComposite" presStyleCnt="0"/>
      <dgm:spPr/>
    </dgm:pt>
    <dgm:pt modelId="{40EE76D3-5323-42E0-8D44-F7584F4CDD83}" type="pres">
      <dgm:prSet presAssocID="{AEFB9A2F-4214-4F57-9F9A-46A1875DF300}" presName="rootText" presStyleLbl="node4" presStyleIdx="1" presStyleCnt="18">
        <dgm:presLayoutVars>
          <dgm:chPref val="3"/>
        </dgm:presLayoutVars>
      </dgm:prSet>
      <dgm:spPr/>
    </dgm:pt>
    <dgm:pt modelId="{8759611D-FAFC-4874-879F-21F241C4306E}" type="pres">
      <dgm:prSet presAssocID="{AEFB9A2F-4214-4F57-9F9A-46A1875DF300}" presName="rootConnector" presStyleLbl="node4" presStyleIdx="1" presStyleCnt="18"/>
      <dgm:spPr/>
    </dgm:pt>
    <dgm:pt modelId="{54E297A4-C25B-45D2-9B30-233619A93A04}" type="pres">
      <dgm:prSet presAssocID="{AEFB9A2F-4214-4F57-9F9A-46A1875DF300}" presName="hierChild4" presStyleCnt="0"/>
      <dgm:spPr/>
    </dgm:pt>
    <dgm:pt modelId="{D4CE90D2-D2D7-49D7-A1C7-E9548A9D8B3D}" type="pres">
      <dgm:prSet presAssocID="{AEFB9A2F-4214-4F57-9F9A-46A1875DF300}" presName="hierChild5" presStyleCnt="0"/>
      <dgm:spPr/>
    </dgm:pt>
    <dgm:pt modelId="{1BB76A5B-D5FE-45D9-982E-9AC7D918DF5D}" type="pres">
      <dgm:prSet presAssocID="{5B307528-8EF9-4A37-815E-DB497F810EF2}" presName="Name35" presStyleLbl="parChTrans1D4" presStyleIdx="2" presStyleCnt="18"/>
      <dgm:spPr/>
    </dgm:pt>
    <dgm:pt modelId="{9CA057EF-1425-494F-A89F-1F4A43FDEF2D}" type="pres">
      <dgm:prSet presAssocID="{58DF2031-46D0-4F0F-AFC1-7AFF613E4D61}" presName="hierRoot2" presStyleCnt="0">
        <dgm:presLayoutVars>
          <dgm:hierBranch/>
        </dgm:presLayoutVars>
      </dgm:prSet>
      <dgm:spPr/>
    </dgm:pt>
    <dgm:pt modelId="{D03AD3A6-9C3A-4D7B-A189-77D017F4CFB5}" type="pres">
      <dgm:prSet presAssocID="{58DF2031-46D0-4F0F-AFC1-7AFF613E4D61}" presName="rootComposite" presStyleCnt="0"/>
      <dgm:spPr/>
    </dgm:pt>
    <dgm:pt modelId="{16EBF284-AEDB-4B72-B673-F2F197BAB2B5}" type="pres">
      <dgm:prSet presAssocID="{58DF2031-46D0-4F0F-AFC1-7AFF613E4D61}" presName="rootText" presStyleLbl="node4" presStyleIdx="2" presStyleCnt="18">
        <dgm:presLayoutVars>
          <dgm:chPref val="3"/>
        </dgm:presLayoutVars>
      </dgm:prSet>
      <dgm:spPr/>
    </dgm:pt>
    <dgm:pt modelId="{90A47F72-72F2-42A4-9C52-A287322D9B54}" type="pres">
      <dgm:prSet presAssocID="{58DF2031-46D0-4F0F-AFC1-7AFF613E4D61}" presName="rootConnector" presStyleLbl="node4" presStyleIdx="2" presStyleCnt="18"/>
      <dgm:spPr/>
    </dgm:pt>
    <dgm:pt modelId="{56022444-BB64-4E0A-AF6B-D6C276DD75D3}" type="pres">
      <dgm:prSet presAssocID="{58DF2031-46D0-4F0F-AFC1-7AFF613E4D61}" presName="hierChild4" presStyleCnt="0"/>
      <dgm:spPr/>
    </dgm:pt>
    <dgm:pt modelId="{07CDC311-06B8-461A-B993-7CB9BC3A2239}" type="pres">
      <dgm:prSet presAssocID="{58DF2031-46D0-4F0F-AFC1-7AFF613E4D61}" presName="hierChild5" presStyleCnt="0"/>
      <dgm:spPr/>
    </dgm:pt>
    <dgm:pt modelId="{885BFF9A-1A5E-443F-A878-257348AB3A36}" type="pres">
      <dgm:prSet presAssocID="{9758B562-24FE-46A2-B891-9F1D00E3111F}" presName="Name35" presStyleLbl="parChTrans1D4" presStyleIdx="3" presStyleCnt="18"/>
      <dgm:spPr/>
    </dgm:pt>
    <dgm:pt modelId="{E930CBE6-C31D-4AE7-9FF1-15D19DFD30CC}" type="pres">
      <dgm:prSet presAssocID="{6CF1FF02-A5AA-4361-935A-1EE34652383D}" presName="hierRoot2" presStyleCnt="0">
        <dgm:presLayoutVars>
          <dgm:hierBranch/>
        </dgm:presLayoutVars>
      </dgm:prSet>
      <dgm:spPr/>
    </dgm:pt>
    <dgm:pt modelId="{967120DE-B756-490C-B746-43D56B13B5D7}" type="pres">
      <dgm:prSet presAssocID="{6CF1FF02-A5AA-4361-935A-1EE34652383D}" presName="rootComposite" presStyleCnt="0"/>
      <dgm:spPr/>
    </dgm:pt>
    <dgm:pt modelId="{B0C94FA7-56F5-42A2-B785-86571255BAD2}" type="pres">
      <dgm:prSet presAssocID="{6CF1FF02-A5AA-4361-935A-1EE34652383D}" presName="rootText" presStyleLbl="node4" presStyleIdx="3" presStyleCnt="18">
        <dgm:presLayoutVars>
          <dgm:chPref val="3"/>
        </dgm:presLayoutVars>
      </dgm:prSet>
      <dgm:spPr/>
    </dgm:pt>
    <dgm:pt modelId="{D0937F34-E19D-4073-BA3A-37EC25C2C67D}" type="pres">
      <dgm:prSet presAssocID="{6CF1FF02-A5AA-4361-935A-1EE34652383D}" presName="rootConnector" presStyleLbl="node4" presStyleIdx="3" presStyleCnt="18"/>
      <dgm:spPr/>
    </dgm:pt>
    <dgm:pt modelId="{738DE6BC-78FF-4823-8D17-322C4D3B452C}" type="pres">
      <dgm:prSet presAssocID="{6CF1FF02-A5AA-4361-935A-1EE34652383D}" presName="hierChild4" presStyleCnt="0"/>
      <dgm:spPr/>
    </dgm:pt>
    <dgm:pt modelId="{8442D421-AE96-43B1-9791-872417C44AD5}" type="pres">
      <dgm:prSet presAssocID="{6CF1FF02-A5AA-4361-935A-1EE34652383D}" presName="hierChild5" presStyleCnt="0"/>
      <dgm:spPr/>
    </dgm:pt>
    <dgm:pt modelId="{2E2B408E-6494-44A8-8432-3E1BCB93ADD2}" type="pres">
      <dgm:prSet presAssocID="{9773C5FA-CFF5-4924-8500-BB7E3E9E28EC}" presName="hierChild5" presStyleCnt="0"/>
      <dgm:spPr/>
    </dgm:pt>
    <dgm:pt modelId="{CC534B0B-C75C-4D7A-BA87-2A7B2AB37932}" type="pres">
      <dgm:prSet presAssocID="{E0B3F0DB-9FEC-474C-8398-F83056D49345}" presName="hierChild5" presStyleCnt="0"/>
      <dgm:spPr/>
    </dgm:pt>
    <dgm:pt modelId="{3420B93D-C927-4C1C-8190-632A7748B46B}" type="pres">
      <dgm:prSet presAssocID="{0FE64D3B-67EC-47C4-9FAB-F212A31A3D80}" presName="Name35" presStyleLbl="parChTrans1D2" presStyleIdx="1" presStyleCnt="10"/>
      <dgm:spPr/>
    </dgm:pt>
    <dgm:pt modelId="{817B7EBF-BBE0-4C64-85AA-7255266F9B52}" type="pres">
      <dgm:prSet presAssocID="{395EBAE3-EC89-4AC0-ACF5-9FD8C7695FB5}" presName="hierRoot2" presStyleCnt="0">
        <dgm:presLayoutVars>
          <dgm:hierBranch/>
        </dgm:presLayoutVars>
      </dgm:prSet>
      <dgm:spPr/>
    </dgm:pt>
    <dgm:pt modelId="{39DF162C-6444-49A9-B7D0-416D688A22D5}" type="pres">
      <dgm:prSet presAssocID="{395EBAE3-EC89-4AC0-ACF5-9FD8C7695FB5}" presName="rootComposite" presStyleCnt="0"/>
      <dgm:spPr/>
    </dgm:pt>
    <dgm:pt modelId="{54DBA53B-BD7B-45BD-8B1F-83481FA8F927}" type="pres">
      <dgm:prSet presAssocID="{395EBAE3-EC89-4AC0-ACF5-9FD8C7695FB5}" presName="rootText" presStyleLbl="node2" presStyleIdx="1" presStyleCnt="9">
        <dgm:presLayoutVars>
          <dgm:chPref val="3"/>
        </dgm:presLayoutVars>
      </dgm:prSet>
      <dgm:spPr/>
    </dgm:pt>
    <dgm:pt modelId="{DFBFF112-0EBD-4D3D-9825-EE83026C52A6}" type="pres">
      <dgm:prSet presAssocID="{395EBAE3-EC89-4AC0-ACF5-9FD8C7695FB5}" presName="rootConnector" presStyleLbl="node2" presStyleIdx="1" presStyleCnt="9"/>
      <dgm:spPr/>
    </dgm:pt>
    <dgm:pt modelId="{C86A9CDA-E266-4DE8-B23B-011DE0123A08}" type="pres">
      <dgm:prSet presAssocID="{395EBAE3-EC89-4AC0-ACF5-9FD8C7695FB5}" presName="hierChild4" presStyleCnt="0"/>
      <dgm:spPr/>
    </dgm:pt>
    <dgm:pt modelId="{0FD2BDE7-A5E5-4D57-A7AB-FD3CFC061A52}" type="pres">
      <dgm:prSet presAssocID="{773462E9-6EA7-47E6-89AC-13B212304581}" presName="Name35" presStyleLbl="parChTrans1D3" presStyleIdx="1" presStyleCnt="11"/>
      <dgm:spPr/>
    </dgm:pt>
    <dgm:pt modelId="{691F9BC8-89A5-488D-BD83-6D22124B7101}" type="pres">
      <dgm:prSet presAssocID="{7E948C7B-70FE-435C-BFE2-D175016B9EA8}" presName="hierRoot2" presStyleCnt="0">
        <dgm:presLayoutVars>
          <dgm:hierBranch/>
        </dgm:presLayoutVars>
      </dgm:prSet>
      <dgm:spPr/>
    </dgm:pt>
    <dgm:pt modelId="{618FA3EF-2FE6-463B-AE7E-45898492E4AF}" type="pres">
      <dgm:prSet presAssocID="{7E948C7B-70FE-435C-BFE2-D175016B9EA8}" presName="rootComposite" presStyleCnt="0"/>
      <dgm:spPr/>
    </dgm:pt>
    <dgm:pt modelId="{CA549609-1431-439C-A80C-0573BFE6C9E0}" type="pres">
      <dgm:prSet presAssocID="{7E948C7B-70FE-435C-BFE2-D175016B9EA8}" presName="rootText" presStyleLbl="node3" presStyleIdx="1" presStyleCnt="11">
        <dgm:presLayoutVars>
          <dgm:chPref val="3"/>
        </dgm:presLayoutVars>
      </dgm:prSet>
      <dgm:spPr/>
    </dgm:pt>
    <dgm:pt modelId="{BE34CBF6-233B-4191-99E2-828A3B689574}" type="pres">
      <dgm:prSet presAssocID="{7E948C7B-70FE-435C-BFE2-D175016B9EA8}" presName="rootConnector" presStyleLbl="node3" presStyleIdx="1" presStyleCnt="11"/>
      <dgm:spPr/>
    </dgm:pt>
    <dgm:pt modelId="{321AAD12-5726-4784-9016-F6623998D838}" type="pres">
      <dgm:prSet presAssocID="{7E948C7B-70FE-435C-BFE2-D175016B9EA8}" presName="hierChild4" presStyleCnt="0"/>
      <dgm:spPr/>
    </dgm:pt>
    <dgm:pt modelId="{65C4313C-FF3D-4DB2-90DB-6F103AD36890}" type="pres">
      <dgm:prSet presAssocID="{860CEE40-C05B-47A2-858C-5081E32F22C5}" presName="Name35" presStyleLbl="parChTrans1D4" presStyleIdx="4" presStyleCnt="18"/>
      <dgm:spPr/>
    </dgm:pt>
    <dgm:pt modelId="{85D9A82B-B5D8-4929-A61A-05E7A008A675}" type="pres">
      <dgm:prSet presAssocID="{FEB9551F-B3BC-4432-B467-DDACCEBDC2E2}" presName="hierRoot2" presStyleCnt="0">
        <dgm:presLayoutVars>
          <dgm:hierBranch/>
        </dgm:presLayoutVars>
      </dgm:prSet>
      <dgm:spPr/>
    </dgm:pt>
    <dgm:pt modelId="{EA22A6B7-43FE-400A-94E7-E4CA8286F79C}" type="pres">
      <dgm:prSet presAssocID="{FEB9551F-B3BC-4432-B467-DDACCEBDC2E2}" presName="rootComposite" presStyleCnt="0"/>
      <dgm:spPr/>
    </dgm:pt>
    <dgm:pt modelId="{0F243B2A-C713-4401-87A3-A3831FE32D19}" type="pres">
      <dgm:prSet presAssocID="{FEB9551F-B3BC-4432-B467-DDACCEBDC2E2}" presName="rootText" presStyleLbl="node4" presStyleIdx="4" presStyleCnt="18">
        <dgm:presLayoutVars>
          <dgm:chPref val="3"/>
        </dgm:presLayoutVars>
      </dgm:prSet>
      <dgm:spPr/>
    </dgm:pt>
    <dgm:pt modelId="{52A36EEF-CEBE-4C0E-A50E-EF9A423A3807}" type="pres">
      <dgm:prSet presAssocID="{FEB9551F-B3BC-4432-B467-DDACCEBDC2E2}" presName="rootConnector" presStyleLbl="node4" presStyleIdx="4" presStyleCnt="18"/>
      <dgm:spPr/>
    </dgm:pt>
    <dgm:pt modelId="{52B19060-B056-4F44-B363-674CC71200BC}" type="pres">
      <dgm:prSet presAssocID="{FEB9551F-B3BC-4432-B467-DDACCEBDC2E2}" presName="hierChild4" presStyleCnt="0"/>
      <dgm:spPr/>
    </dgm:pt>
    <dgm:pt modelId="{94E1DD9B-AE09-4E72-95A9-747293A79B62}" type="pres">
      <dgm:prSet presAssocID="{FE6CF9FB-F301-4DB4-BB85-7793ED11B8C3}" presName="Name35" presStyleLbl="parChTrans1D4" presStyleIdx="5" presStyleCnt="18"/>
      <dgm:spPr/>
    </dgm:pt>
    <dgm:pt modelId="{6BD28B1D-A447-4254-85FC-D4A0928D062C}" type="pres">
      <dgm:prSet presAssocID="{836EB0A7-006E-4D8A-AA66-32432E1AD60F}" presName="hierRoot2" presStyleCnt="0">
        <dgm:presLayoutVars>
          <dgm:hierBranch/>
        </dgm:presLayoutVars>
      </dgm:prSet>
      <dgm:spPr/>
    </dgm:pt>
    <dgm:pt modelId="{2B9C442F-06F9-4D4E-AC8F-D9FC71D5786C}" type="pres">
      <dgm:prSet presAssocID="{836EB0A7-006E-4D8A-AA66-32432E1AD60F}" presName="rootComposite" presStyleCnt="0"/>
      <dgm:spPr/>
    </dgm:pt>
    <dgm:pt modelId="{50FE2A3E-1E83-4359-9FE8-9579A25459F9}" type="pres">
      <dgm:prSet presAssocID="{836EB0A7-006E-4D8A-AA66-32432E1AD60F}" presName="rootText" presStyleLbl="node4" presStyleIdx="5" presStyleCnt="18">
        <dgm:presLayoutVars>
          <dgm:chPref val="3"/>
        </dgm:presLayoutVars>
      </dgm:prSet>
      <dgm:spPr/>
    </dgm:pt>
    <dgm:pt modelId="{91F672CB-7036-4777-8D62-7529D71876DF}" type="pres">
      <dgm:prSet presAssocID="{836EB0A7-006E-4D8A-AA66-32432E1AD60F}" presName="rootConnector" presStyleLbl="node4" presStyleIdx="5" presStyleCnt="18"/>
      <dgm:spPr/>
    </dgm:pt>
    <dgm:pt modelId="{ECDD402F-B61E-48BA-9696-F74FCC09BD98}" type="pres">
      <dgm:prSet presAssocID="{836EB0A7-006E-4D8A-AA66-32432E1AD60F}" presName="hierChild4" presStyleCnt="0"/>
      <dgm:spPr/>
    </dgm:pt>
    <dgm:pt modelId="{947677D1-6E51-4382-B083-09DD022EEB5C}" type="pres">
      <dgm:prSet presAssocID="{836EB0A7-006E-4D8A-AA66-32432E1AD60F}" presName="hierChild5" presStyleCnt="0"/>
      <dgm:spPr/>
    </dgm:pt>
    <dgm:pt modelId="{3BBE47F7-B692-4A0B-BA58-4A3BCE7AA01C}" type="pres">
      <dgm:prSet presAssocID="{4C3EF2D8-23E1-4999-825E-137C6BBEDA34}" presName="Name35" presStyleLbl="parChTrans1D4" presStyleIdx="6" presStyleCnt="18"/>
      <dgm:spPr/>
    </dgm:pt>
    <dgm:pt modelId="{973CE3FC-83CB-4F2C-BA23-FCD8BB7BAA2C}" type="pres">
      <dgm:prSet presAssocID="{C26BB2F2-8012-4871-B4BC-B2FD4929B2C2}" presName="hierRoot2" presStyleCnt="0">
        <dgm:presLayoutVars>
          <dgm:hierBranch/>
        </dgm:presLayoutVars>
      </dgm:prSet>
      <dgm:spPr/>
    </dgm:pt>
    <dgm:pt modelId="{69310573-5E24-4942-A58A-D2DAE85319D9}" type="pres">
      <dgm:prSet presAssocID="{C26BB2F2-8012-4871-B4BC-B2FD4929B2C2}" presName="rootComposite" presStyleCnt="0"/>
      <dgm:spPr/>
    </dgm:pt>
    <dgm:pt modelId="{A4562EA9-ACF6-4807-9611-3120626A962C}" type="pres">
      <dgm:prSet presAssocID="{C26BB2F2-8012-4871-B4BC-B2FD4929B2C2}" presName="rootText" presStyleLbl="node4" presStyleIdx="6" presStyleCnt="18">
        <dgm:presLayoutVars>
          <dgm:chPref val="3"/>
        </dgm:presLayoutVars>
      </dgm:prSet>
      <dgm:spPr/>
    </dgm:pt>
    <dgm:pt modelId="{14488BDF-710C-4035-B3DC-F4502489731B}" type="pres">
      <dgm:prSet presAssocID="{C26BB2F2-8012-4871-B4BC-B2FD4929B2C2}" presName="rootConnector" presStyleLbl="node4" presStyleIdx="6" presStyleCnt="18"/>
      <dgm:spPr/>
    </dgm:pt>
    <dgm:pt modelId="{BAD13947-03C4-4941-8CAD-55705502BBCF}" type="pres">
      <dgm:prSet presAssocID="{C26BB2F2-8012-4871-B4BC-B2FD4929B2C2}" presName="hierChild4" presStyleCnt="0"/>
      <dgm:spPr/>
    </dgm:pt>
    <dgm:pt modelId="{9EDBC9FA-EE76-4ED4-AF63-1445DBE7AA31}" type="pres">
      <dgm:prSet presAssocID="{C26BB2F2-8012-4871-B4BC-B2FD4929B2C2}" presName="hierChild5" presStyleCnt="0"/>
      <dgm:spPr/>
    </dgm:pt>
    <dgm:pt modelId="{687595A3-CC6C-4EDF-A3AD-D3ADF3CB858C}" type="pres">
      <dgm:prSet presAssocID="{FEB9551F-B3BC-4432-B467-DDACCEBDC2E2}" presName="hierChild5" presStyleCnt="0"/>
      <dgm:spPr/>
    </dgm:pt>
    <dgm:pt modelId="{6A94C455-A9FA-4DCB-9EE8-F4CEB62C34AD}" type="pres">
      <dgm:prSet presAssocID="{7E948C7B-70FE-435C-BFE2-D175016B9EA8}" presName="hierChild5" presStyleCnt="0"/>
      <dgm:spPr/>
    </dgm:pt>
    <dgm:pt modelId="{22EFE40D-EB1E-4DCE-8971-16D260D21189}" type="pres">
      <dgm:prSet presAssocID="{395EBAE3-EC89-4AC0-ACF5-9FD8C7695FB5}" presName="hierChild5" presStyleCnt="0"/>
      <dgm:spPr/>
    </dgm:pt>
    <dgm:pt modelId="{B3612F3D-EF39-4996-9BD7-3BF3168BC42C}" type="pres">
      <dgm:prSet presAssocID="{1936D536-ECE8-4222-957F-3C12C76BC2CC}" presName="Name35" presStyleLbl="parChTrans1D2" presStyleIdx="2" presStyleCnt="10"/>
      <dgm:spPr/>
    </dgm:pt>
    <dgm:pt modelId="{889E8F99-AD75-45BA-8341-9C92E9A29EB6}" type="pres">
      <dgm:prSet presAssocID="{8E41D8C9-D527-44A4-BB97-104DA8292AB9}" presName="hierRoot2" presStyleCnt="0">
        <dgm:presLayoutVars>
          <dgm:hierBranch/>
        </dgm:presLayoutVars>
      </dgm:prSet>
      <dgm:spPr/>
    </dgm:pt>
    <dgm:pt modelId="{B1E0855B-ACDC-4196-9AEC-2E7C6A977224}" type="pres">
      <dgm:prSet presAssocID="{8E41D8C9-D527-44A4-BB97-104DA8292AB9}" presName="rootComposite" presStyleCnt="0"/>
      <dgm:spPr/>
    </dgm:pt>
    <dgm:pt modelId="{3366A2E8-3F24-4834-98CA-1439ECC4ED4A}" type="pres">
      <dgm:prSet presAssocID="{8E41D8C9-D527-44A4-BB97-104DA8292AB9}" presName="rootText" presStyleLbl="node2" presStyleIdx="2" presStyleCnt="9">
        <dgm:presLayoutVars>
          <dgm:chPref val="3"/>
        </dgm:presLayoutVars>
      </dgm:prSet>
      <dgm:spPr/>
    </dgm:pt>
    <dgm:pt modelId="{CD49356A-8874-4206-BA8C-2B8941AB16E3}" type="pres">
      <dgm:prSet presAssocID="{8E41D8C9-D527-44A4-BB97-104DA8292AB9}" presName="rootConnector" presStyleLbl="node2" presStyleIdx="2" presStyleCnt="9"/>
      <dgm:spPr/>
    </dgm:pt>
    <dgm:pt modelId="{495785FB-64BC-4161-91E1-C547F650320A}" type="pres">
      <dgm:prSet presAssocID="{8E41D8C9-D527-44A4-BB97-104DA8292AB9}" presName="hierChild4" presStyleCnt="0"/>
      <dgm:spPr/>
    </dgm:pt>
    <dgm:pt modelId="{E6647ED1-E118-4050-A8CF-89A5B611BBDA}" type="pres">
      <dgm:prSet presAssocID="{F9103632-EE8B-429D-8537-4488B78D021A}" presName="Name35" presStyleLbl="parChTrans1D3" presStyleIdx="2" presStyleCnt="11"/>
      <dgm:spPr/>
    </dgm:pt>
    <dgm:pt modelId="{9BD29AE9-5292-4DD1-B6AD-3010B3A7D2A6}" type="pres">
      <dgm:prSet presAssocID="{73F7689F-0A6C-41CF-942F-2EEFB9D2C66B}" presName="hierRoot2" presStyleCnt="0">
        <dgm:presLayoutVars>
          <dgm:hierBranch/>
        </dgm:presLayoutVars>
      </dgm:prSet>
      <dgm:spPr/>
    </dgm:pt>
    <dgm:pt modelId="{B22DEBFB-5A0B-468F-8516-A4C6C5613D4F}" type="pres">
      <dgm:prSet presAssocID="{73F7689F-0A6C-41CF-942F-2EEFB9D2C66B}" presName="rootComposite" presStyleCnt="0"/>
      <dgm:spPr/>
    </dgm:pt>
    <dgm:pt modelId="{3209028E-6BE8-4A82-A8B4-2D20F1F8D810}" type="pres">
      <dgm:prSet presAssocID="{73F7689F-0A6C-41CF-942F-2EEFB9D2C66B}" presName="rootText" presStyleLbl="node3" presStyleIdx="2" presStyleCnt="11">
        <dgm:presLayoutVars>
          <dgm:chPref val="3"/>
        </dgm:presLayoutVars>
      </dgm:prSet>
      <dgm:spPr/>
    </dgm:pt>
    <dgm:pt modelId="{16102997-5ADA-4A0C-A44F-D086B8463712}" type="pres">
      <dgm:prSet presAssocID="{73F7689F-0A6C-41CF-942F-2EEFB9D2C66B}" presName="rootConnector" presStyleLbl="node3" presStyleIdx="2" presStyleCnt="11"/>
      <dgm:spPr/>
    </dgm:pt>
    <dgm:pt modelId="{A9B1E6EF-D8D0-4E7D-A136-7B99DE3FE1DC}" type="pres">
      <dgm:prSet presAssocID="{73F7689F-0A6C-41CF-942F-2EEFB9D2C66B}" presName="hierChild4" presStyleCnt="0"/>
      <dgm:spPr/>
    </dgm:pt>
    <dgm:pt modelId="{E8FAE149-1FB6-436B-871C-DF2B43B2B7DB}" type="pres">
      <dgm:prSet presAssocID="{E283B4D6-296C-4533-BCD0-5AD9FB1FA0B9}" presName="Name35" presStyleLbl="parChTrans1D4" presStyleIdx="7" presStyleCnt="18"/>
      <dgm:spPr/>
    </dgm:pt>
    <dgm:pt modelId="{D9A863A3-7188-469A-A810-B0531861A5AB}" type="pres">
      <dgm:prSet presAssocID="{C6BB261A-FBCB-4B20-92B3-C82356D63B96}" presName="hierRoot2" presStyleCnt="0">
        <dgm:presLayoutVars>
          <dgm:hierBranch/>
        </dgm:presLayoutVars>
      </dgm:prSet>
      <dgm:spPr/>
    </dgm:pt>
    <dgm:pt modelId="{912A96E0-07CD-4FD0-BECD-82D3451BE7A1}" type="pres">
      <dgm:prSet presAssocID="{C6BB261A-FBCB-4B20-92B3-C82356D63B96}" presName="rootComposite" presStyleCnt="0"/>
      <dgm:spPr/>
    </dgm:pt>
    <dgm:pt modelId="{60C2A81D-6CC7-4653-B361-321BB7BBB028}" type="pres">
      <dgm:prSet presAssocID="{C6BB261A-FBCB-4B20-92B3-C82356D63B96}" presName="rootText" presStyleLbl="node4" presStyleIdx="7" presStyleCnt="18">
        <dgm:presLayoutVars>
          <dgm:chPref val="3"/>
        </dgm:presLayoutVars>
      </dgm:prSet>
      <dgm:spPr/>
    </dgm:pt>
    <dgm:pt modelId="{E231D937-3C0A-49B8-A034-7151CBC3FDD4}" type="pres">
      <dgm:prSet presAssocID="{C6BB261A-FBCB-4B20-92B3-C82356D63B96}" presName="rootConnector" presStyleLbl="node4" presStyleIdx="7" presStyleCnt="18"/>
      <dgm:spPr/>
    </dgm:pt>
    <dgm:pt modelId="{222CE260-2843-48AF-A861-F48E061EAB58}" type="pres">
      <dgm:prSet presAssocID="{C6BB261A-FBCB-4B20-92B3-C82356D63B96}" presName="hierChild4" presStyleCnt="0"/>
      <dgm:spPr/>
    </dgm:pt>
    <dgm:pt modelId="{56B26F46-B95E-4123-B77E-716B64F1AB53}" type="pres">
      <dgm:prSet presAssocID="{C5182191-4A2D-4699-8F7D-EEE2EC94C08C}" presName="Name35" presStyleLbl="parChTrans1D4" presStyleIdx="8" presStyleCnt="18"/>
      <dgm:spPr/>
    </dgm:pt>
    <dgm:pt modelId="{337823AB-F8AB-4FC3-AC1B-34969BFCB486}" type="pres">
      <dgm:prSet presAssocID="{283D65BB-B26B-4FE0-A698-763DEE5E4D14}" presName="hierRoot2" presStyleCnt="0">
        <dgm:presLayoutVars>
          <dgm:hierBranch/>
        </dgm:presLayoutVars>
      </dgm:prSet>
      <dgm:spPr/>
    </dgm:pt>
    <dgm:pt modelId="{3A419682-104A-4B12-B4F1-E905D44CC527}" type="pres">
      <dgm:prSet presAssocID="{283D65BB-B26B-4FE0-A698-763DEE5E4D14}" presName="rootComposite" presStyleCnt="0"/>
      <dgm:spPr/>
    </dgm:pt>
    <dgm:pt modelId="{C93B9FFB-11E3-47CB-9831-28DA24319EA5}" type="pres">
      <dgm:prSet presAssocID="{283D65BB-B26B-4FE0-A698-763DEE5E4D14}" presName="rootText" presStyleLbl="node4" presStyleIdx="8" presStyleCnt="18">
        <dgm:presLayoutVars>
          <dgm:chPref val="3"/>
        </dgm:presLayoutVars>
      </dgm:prSet>
      <dgm:spPr/>
    </dgm:pt>
    <dgm:pt modelId="{BCD7F3CD-F995-434B-BA2E-A93D841E4333}" type="pres">
      <dgm:prSet presAssocID="{283D65BB-B26B-4FE0-A698-763DEE5E4D14}" presName="rootConnector" presStyleLbl="node4" presStyleIdx="8" presStyleCnt="18"/>
      <dgm:spPr/>
    </dgm:pt>
    <dgm:pt modelId="{8DB624FE-885B-417C-803E-F2E6BBB0606B}" type="pres">
      <dgm:prSet presAssocID="{283D65BB-B26B-4FE0-A698-763DEE5E4D14}" presName="hierChild4" presStyleCnt="0"/>
      <dgm:spPr/>
    </dgm:pt>
    <dgm:pt modelId="{B29E61E0-B3B6-4EC3-952B-020157180884}" type="pres">
      <dgm:prSet presAssocID="{283D65BB-B26B-4FE0-A698-763DEE5E4D14}" presName="hierChild5" presStyleCnt="0"/>
      <dgm:spPr/>
    </dgm:pt>
    <dgm:pt modelId="{D4E86F22-4BF4-40B3-8787-B91D8E37AC76}" type="pres">
      <dgm:prSet presAssocID="{C6BB261A-FBCB-4B20-92B3-C82356D63B96}" presName="hierChild5" presStyleCnt="0"/>
      <dgm:spPr/>
    </dgm:pt>
    <dgm:pt modelId="{2FE7C21B-E620-4A94-85D1-50419ADAB584}" type="pres">
      <dgm:prSet presAssocID="{73F7689F-0A6C-41CF-942F-2EEFB9D2C66B}" presName="hierChild5" presStyleCnt="0"/>
      <dgm:spPr/>
    </dgm:pt>
    <dgm:pt modelId="{BAA7F2CE-F321-4481-A77D-FF29E495278C}" type="pres">
      <dgm:prSet presAssocID="{8E41D8C9-D527-44A4-BB97-104DA8292AB9}" presName="hierChild5" presStyleCnt="0"/>
      <dgm:spPr/>
    </dgm:pt>
    <dgm:pt modelId="{0EB0B653-658A-4A3A-B154-0F548512F165}" type="pres">
      <dgm:prSet presAssocID="{225F5C04-DE8D-4186-985E-E283E75A8348}" presName="Name35" presStyleLbl="parChTrans1D2" presStyleIdx="3" presStyleCnt="10"/>
      <dgm:spPr/>
    </dgm:pt>
    <dgm:pt modelId="{33B1BA9F-958C-423A-A41F-A0C5682FF6D9}" type="pres">
      <dgm:prSet presAssocID="{1186679A-7A14-43A6-9BF3-80D6DC518AFA}" presName="hierRoot2" presStyleCnt="0">
        <dgm:presLayoutVars>
          <dgm:hierBranch/>
        </dgm:presLayoutVars>
      </dgm:prSet>
      <dgm:spPr/>
    </dgm:pt>
    <dgm:pt modelId="{87A33C06-F694-4CC0-BB09-4B5C3148DFD6}" type="pres">
      <dgm:prSet presAssocID="{1186679A-7A14-43A6-9BF3-80D6DC518AFA}" presName="rootComposite" presStyleCnt="0"/>
      <dgm:spPr/>
    </dgm:pt>
    <dgm:pt modelId="{F0FED5C7-0754-42EE-B5FF-F0B2856DC4A5}" type="pres">
      <dgm:prSet presAssocID="{1186679A-7A14-43A6-9BF3-80D6DC518AFA}" presName="rootText" presStyleLbl="node2" presStyleIdx="3" presStyleCnt="9">
        <dgm:presLayoutVars>
          <dgm:chPref val="3"/>
        </dgm:presLayoutVars>
      </dgm:prSet>
      <dgm:spPr/>
    </dgm:pt>
    <dgm:pt modelId="{1AE293C6-8FCF-40F4-AC6E-F30EA519A66D}" type="pres">
      <dgm:prSet presAssocID="{1186679A-7A14-43A6-9BF3-80D6DC518AFA}" presName="rootConnector" presStyleLbl="node2" presStyleIdx="3" presStyleCnt="9"/>
      <dgm:spPr/>
    </dgm:pt>
    <dgm:pt modelId="{5B4EB1EA-355C-42BB-A980-99FA9A42F7A7}" type="pres">
      <dgm:prSet presAssocID="{1186679A-7A14-43A6-9BF3-80D6DC518AFA}" presName="hierChild4" presStyleCnt="0"/>
      <dgm:spPr/>
    </dgm:pt>
    <dgm:pt modelId="{283BFB3B-80CB-418A-94FF-00D43FED2B67}" type="pres">
      <dgm:prSet presAssocID="{5E23DCA4-1F47-40DF-8AC7-95B6656249C7}" presName="Name35" presStyleLbl="parChTrans1D3" presStyleIdx="3" presStyleCnt="11"/>
      <dgm:spPr/>
    </dgm:pt>
    <dgm:pt modelId="{85EE3550-29D9-466B-812B-DD4D30C873DF}" type="pres">
      <dgm:prSet presAssocID="{03FB11A3-4757-4E78-8412-A992012C71FC}" presName="hierRoot2" presStyleCnt="0">
        <dgm:presLayoutVars>
          <dgm:hierBranch/>
        </dgm:presLayoutVars>
      </dgm:prSet>
      <dgm:spPr/>
    </dgm:pt>
    <dgm:pt modelId="{6375D917-28AB-4397-BAD0-EFDE6EE6215C}" type="pres">
      <dgm:prSet presAssocID="{03FB11A3-4757-4E78-8412-A992012C71FC}" presName="rootComposite" presStyleCnt="0"/>
      <dgm:spPr/>
    </dgm:pt>
    <dgm:pt modelId="{F55C97A7-710E-4A39-B69E-068ECC05B454}" type="pres">
      <dgm:prSet presAssocID="{03FB11A3-4757-4E78-8412-A992012C71FC}" presName="rootText" presStyleLbl="node3" presStyleIdx="3" presStyleCnt="11">
        <dgm:presLayoutVars>
          <dgm:chPref val="3"/>
        </dgm:presLayoutVars>
      </dgm:prSet>
      <dgm:spPr/>
    </dgm:pt>
    <dgm:pt modelId="{9FC9B6EA-06CD-459F-B813-656A47BF8B8B}" type="pres">
      <dgm:prSet presAssocID="{03FB11A3-4757-4E78-8412-A992012C71FC}" presName="rootConnector" presStyleLbl="node3" presStyleIdx="3" presStyleCnt="11"/>
      <dgm:spPr/>
    </dgm:pt>
    <dgm:pt modelId="{B8A6135D-4E57-4B42-9DD7-1262DF6E54D6}" type="pres">
      <dgm:prSet presAssocID="{03FB11A3-4757-4E78-8412-A992012C71FC}" presName="hierChild4" presStyleCnt="0"/>
      <dgm:spPr/>
    </dgm:pt>
    <dgm:pt modelId="{332D3A9B-4400-4B18-8294-921AAFC93269}" type="pres">
      <dgm:prSet presAssocID="{FCE7244A-266D-433D-AF40-D1227CC2F2A2}" presName="Name35" presStyleLbl="parChTrans1D4" presStyleIdx="9" presStyleCnt="18"/>
      <dgm:spPr/>
    </dgm:pt>
    <dgm:pt modelId="{2F8988D4-4B84-44BC-8FAF-6A7E264A91A5}" type="pres">
      <dgm:prSet presAssocID="{BC08C8E6-A1D7-4D5D-AA6F-FC31026A75D6}" presName="hierRoot2" presStyleCnt="0">
        <dgm:presLayoutVars>
          <dgm:hierBranch/>
        </dgm:presLayoutVars>
      </dgm:prSet>
      <dgm:spPr/>
    </dgm:pt>
    <dgm:pt modelId="{919D82B1-6517-4FBD-82A0-4187973609FE}" type="pres">
      <dgm:prSet presAssocID="{BC08C8E6-A1D7-4D5D-AA6F-FC31026A75D6}" presName="rootComposite" presStyleCnt="0"/>
      <dgm:spPr/>
    </dgm:pt>
    <dgm:pt modelId="{7168BE4B-64C7-4AB7-8577-FF3E7D690DCC}" type="pres">
      <dgm:prSet presAssocID="{BC08C8E6-A1D7-4D5D-AA6F-FC31026A75D6}" presName="rootText" presStyleLbl="node4" presStyleIdx="9" presStyleCnt="18">
        <dgm:presLayoutVars>
          <dgm:chPref val="3"/>
        </dgm:presLayoutVars>
      </dgm:prSet>
      <dgm:spPr/>
    </dgm:pt>
    <dgm:pt modelId="{822E8F94-1921-4CA9-8632-9CBC01757153}" type="pres">
      <dgm:prSet presAssocID="{BC08C8E6-A1D7-4D5D-AA6F-FC31026A75D6}" presName="rootConnector" presStyleLbl="node4" presStyleIdx="9" presStyleCnt="18"/>
      <dgm:spPr/>
    </dgm:pt>
    <dgm:pt modelId="{CCF200C7-3FBF-44AB-A9F9-1A2C3253573B}" type="pres">
      <dgm:prSet presAssocID="{BC08C8E6-A1D7-4D5D-AA6F-FC31026A75D6}" presName="hierChild4" presStyleCnt="0"/>
      <dgm:spPr/>
    </dgm:pt>
    <dgm:pt modelId="{D4F8C19B-391E-4940-846A-37DA5C35E7BF}" type="pres">
      <dgm:prSet presAssocID="{C86A5184-089D-4273-B9EC-91F6CFC5E78D}" presName="Name35" presStyleLbl="parChTrans1D4" presStyleIdx="10" presStyleCnt="18"/>
      <dgm:spPr/>
    </dgm:pt>
    <dgm:pt modelId="{C857C762-F200-4A2A-908B-4B0F9C149BB5}" type="pres">
      <dgm:prSet presAssocID="{18D2DD82-056D-4EBE-B11E-7E75384B4858}" presName="hierRoot2" presStyleCnt="0">
        <dgm:presLayoutVars>
          <dgm:hierBranch/>
        </dgm:presLayoutVars>
      </dgm:prSet>
      <dgm:spPr/>
    </dgm:pt>
    <dgm:pt modelId="{7C9FF2E8-C4B7-4572-877F-3E892EF37CFD}" type="pres">
      <dgm:prSet presAssocID="{18D2DD82-056D-4EBE-B11E-7E75384B4858}" presName="rootComposite" presStyleCnt="0"/>
      <dgm:spPr/>
    </dgm:pt>
    <dgm:pt modelId="{D198A6FA-8642-4CAD-A2DC-8B2453E544F0}" type="pres">
      <dgm:prSet presAssocID="{18D2DD82-056D-4EBE-B11E-7E75384B4858}" presName="rootText" presStyleLbl="node4" presStyleIdx="10" presStyleCnt="18">
        <dgm:presLayoutVars>
          <dgm:chPref val="3"/>
        </dgm:presLayoutVars>
      </dgm:prSet>
      <dgm:spPr/>
    </dgm:pt>
    <dgm:pt modelId="{0B45592E-2CA3-47AA-ADBE-E12DED6B5319}" type="pres">
      <dgm:prSet presAssocID="{18D2DD82-056D-4EBE-B11E-7E75384B4858}" presName="rootConnector" presStyleLbl="node4" presStyleIdx="10" presStyleCnt="18"/>
      <dgm:spPr/>
    </dgm:pt>
    <dgm:pt modelId="{9ACC18FF-8986-4C6B-8EA9-B725ACA718EB}" type="pres">
      <dgm:prSet presAssocID="{18D2DD82-056D-4EBE-B11E-7E75384B4858}" presName="hierChild4" presStyleCnt="0"/>
      <dgm:spPr/>
    </dgm:pt>
    <dgm:pt modelId="{4F890597-E4ED-425B-9E55-3A331451981C}" type="pres">
      <dgm:prSet presAssocID="{18D2DD82-056D-4EBE-B11E-7E75384B4858}" presName="hierChild5" presStyleCnt="0"/>
      <dgm:spPr/>
    </dgm:pt>
    <dgm:pt modelId="{4DBE6D2B-4C8F-4DCD-AE3C-DBB668C9EEE4}" type="pres">
      <dgm:prSet presAssocID="{BC08C8E6-A1D7-4D5D-AA6F-FC31026A75D6}" presName="hierChild5" presStyleCnt="0"/>
      <dgm:spPr/>
    </dgm:pt>
    <dgm:pt modelId="{AACFAADE-E2D5-4913-8E8F-E03DA0D9F9F3}" type="pres">
      <dgm:prSet presAssocID="{959B4883-7DF3-45C2-9F6E-65A088220ECC}" presName="Name35" presStyleLbl="parChTrans1D4" presStyleIdx="11" presStyleCnt="18"/>
      <dgm:spPr/>
    </dgm:pt>
    <dgm:pt modelId="{643E3915-DEFD-4E83-AD43-51F1A9A5DBD0}" type="pres">
      <dgm:prSet presAssocID="{39F976CE-29D0-4479-9D84-640F19EBA8EB}" presName="hierRoot2" presStyleCnt="0">
        <dgm:presLayoutVars>
          <dgm:hierBranch/>
        </dgm:presLayoutVars>
      </dgm:prSet>
      <dgm:spPr/>
    </dgm:pt>
    <dgm:pt modelId="{804C14AD-7277-4799-B974-F86847996035}" type="pres">
      <dgm:prSet presAssocID="{39F976CE-29D0-4479-9D84-640F19EBA8EB}" presName="rootComposite" presStyleCnt="0"/>
      <dgm:spPr/>
    </dgm:pt>
    <dgm:pt modelId="{27B6B416-8EE0-4B09-B21B-EC46483BE859}" type="pres">
      <dgm:prSet presAssocID="{39F976CE-29D0-4479-9D84-640F19EBA8EB}" presName="rootText" presStyleLbl="node4" presStyleIdx="11" presStyleCnt="18">
        <dgm:presLayoutVars>
          <dgm:chPref val="3"/>
        </dgm:presLayoutVars>
      </dgm:prSet>
      <dgm:spPr/>
    </dgm:pt>
    <dgm:pt modelId="{A5B238B4-84C3-4A79-8AC7-9264766F94ED}" type="pres">
      <dgm:prSet presAssocID="{39F976CE-29D0-4479-9D84-640F19EBA8EB}" presName="rootConnector" presStyleLbl="node4" presStyleIdx="11" presStyleCnt="18"/>
      <dgm:spPr/>
    </dgm:pt>
    <dgm:pt modelId="{F162CB1A-8565-4A7A-9442-338A637096AB}" type="pres">
      <dgm:prSet presAssocID="{39F976CE-29D0-4479-9D84-640F19EBA8EB}" presName="hierChild4" presStyleCnt="0"/>
      <dgm:spPr/>
    </dgm:pt>
    <dgm:pt modelId="{11ECC0BA-F03D-47BF-8AC1-3338D4F6514B}" type="pres">
      <dgm:prSet presAssocID="{39F976CE-29D0-4479-9D84-640F19EBA8EB}" presName="hierChild5" presStyleCnt="0"/>
      <dgm:spPr/>
    </dgm:pt>
    <dgm:pt modelId="{DAB3FC62-854C-4861-9CF6-841A3A3964C4}" type="pres">
      <dgm:prSet presAssocID="{03FB11A3-4757-4E78-8412-A992012C71FC}" presName="hierChild5" presStyleCnt="0"/>
      <dgm:spPr/>
    </dgm:pt>
    <dgm:pt modelId="{9DCBB7A6-D94E-4F54-8153-0B525F99DE36}" type="pres">
      <dgm:prSet presAssocID="{1186679A-7A14-43A6-9BF3-80D6DC518AFA}" presName="hierChild5" presStyleCnt="0"/>
      <dgm:spPr/>
    </dgm:pt>
    <dgm:pt modelId="{84F5AB07-0C39-4893-A920-57594158BD9B}" type="pres">
      <dgm:prSet presAssocID="{2AE341DD-28C9-4BE1-9ED4-351DA63116AD}" presName="Name35" presStyleLbl="parChTrans1D2" presStyleIdx="4" presStyleCnt="10"/>
      <dgm:spPr/>
    </dgm:pt>
    <dgm:pt modelId="{93A1A191-3A65-445F-BB8A-F6F6BD116339}" type="pres">
      <dgm:prSet presAssocID="{DF42C8C3-2B71-4408-9635-7793949E7155}" presName="hierRoot2" presStyleCnt="0">
        <dgm:presLayoutVars>
          <dgm:hierBranch/>
        </dgm:presLayoutVars>
      </dgm:prSet>
      <dgm:spPr/>
    </dgm:pt>
    <dgm:pt modelId="{6BF9E2DC-DE2B-4B03-A833-4391A145053E}" type="pres">
      <dgm:prSet presAssocID="{DF42C8C3-2B71-4408-9635-7793949E7155}" presName="rootComposite" presStyleCnt="0"/>
      <dgm:spPr/>
    </dgm:pt>
    <dgm:pt modelId="{604794B7-911B-4637-A00F-301CDA89790B}" type="pres">
      <dgm:prSet presAssocID="{DF42C8C3-2B71-4408-9635-7793949E7155}" presName="rootText" presStyleLbl="node2" presStyleIdx="4" presStyleCnt="9">
        <dgm:presLayoutVars>
          <dgm:chPref val="3"/>
        </dgm:presLayoutVars>
      </dgm:prSet>
      <dgm:spPr/>
    </dgm:pt>
    <dgm:pt modelId="{8CA0E559-19EF-4516-B485-EE102A880AB3}" type="pres">
      <dgm:prSet presAssocID="{DF42C8C3-2B71-4408-9635-7793949E7155}" presName="rootConnector" presStyleLbl="node2" presStyleIdx="4" presStyleCnt="9"/>
      <dgm:spPr/>
    </dgm:pt>
    <dgm:pt modelId="{BE820D91-CF89-46A1-AA4A-60676AF77DE6}" type="pres">
      <dgm:prSet presAssocID="{DF42C8C3-2B71-4408-9635-7793949E7155}" presName="hierChild4" presStyleCnt="0"/>
      <dgm:spPr/>
    </dgm:pt>
    <dgm:pt modelId="{D47A8E27-B674-4AFA-88D7-7C7BC95CCC14}" type="pres">
      <dgm:prSet presAssocID="{438B3732-FB2A-4974-957F-5B0E5E4C3AAD}" presName="Name35" presStyleLbl="parChTrans1D3" presStyleIdx="4" presStyleCnt="11"/>
      <dgm:spPr/>
    </dgm:pt>
    <dgm:pt modelId="{04434000-6051-4246-9764-439545984B76}" type="pres">
      <dgm:prSet presAssocID="{8598B5BE-4887-48FB-8469-7DD399DF155C}" presName="hierRoot2" presStyleCnt="0">
        <dgm:presLayoutVars>
          <dgm:hierBranch/>
        </dgm:presLayoutVars>
      </dgm:prSet>
      <dgm:spPr/>
    </dgm:pt>
    <dgm:pt modelId="{15DD0D65-D348-464D-AFDE-6320D9A0E372}" type="pres">
      <dgm:prSet presAssocID="{8598B5BE-4887-48FB-8469-7DD399DF155C}" presName="rootComposite" presStyleCnt="0"/>
      <dgm:spPr/>
    </dgm:pt>
    <dgm:pt modelId="{FE31FBB8-3D0F-4538-8ED8-313A09E3AFEF}" type="pres">
      <dgm:prSet presAssocID="{8598B5BE-4887-48FB-8469-7DD399DF155C}" presName="rootText" presStyleLbl="node3" presStyleIdx="4" presStyleCnt="11">
        <dgm:presLayoutVars>
          <dgm:chPref val="3"/>
        </dgm:presLayoutVars>
      </dgm:prSet>
      <dgm:spPr/>
    </dgm:pt>
    <dgm:pt modelId="{54EC11D4-CC7A-44F3-A05E-5EC8FD3F544E}" type="pres">
      <dgm:prSet presAssocID="{8598B5BE-4887-48FB-8469-7DD399DF155C}" presName="rootConnector" presStyleLbl="node3" presStyleIdx="4" presStyleCnt="11"/>
      <dgm:spPr/>
    </dgm:pt>
    <dgm:pt modelId="{72DA3676-D2F5-4639-B348-B370AFF31983}" type="pres">
      <dgm:prSet presAssocID="{8598B5BE-4887-48FB-8469-7DD399DF155C}" presName="hierChild4" presStyleCnt="0"/>
      <dgm:spPr/>
    </dgm:pt>
    <dgm:pt modelId="{0C9F4EBF-C3FD-4202-A3A1-21F9BB3AB0DC}" type="pres">
      <dgm:prSet presAssocID="{9465EA84-E17E-4955-9B52-5BB9191C7A60}" presName="Name35" presStyleLbl="parChTrans1D4" presStyleIdx="12" presStyleCnt="18"/>
      <dgm:spPr/>
    </dgm:pt>
    <dgm:pt modelId="{92D5826C-1A2D-4428-A272-A5DC3049F220}" type="pres">
      <dgm:prSet presAssocID="{4C196FF5-6487-4BDD-B90F-5CF193E77BE1}" presName="hierRoot2" presStyleCnt="0">
        <dgm:presLayoutVars>
          <dgm:hierBranch/>
        </dgm:presLayoutVars>
      </dgm:prSet>
      <dgm:spPr/>
    </dgm:pt>
    <dgm:pt modelId="{2227EEA7-687F-42AE-90EC-EEFE317A5A04}" type="pres">
      <dgm:prSet presAssocID="{4C196FF5-6487-4BDD-B90F-5CF193E77BE1}" presName="rootComposite" presStyleCnt="0"/>
      <dgm:spPr/>
    </dgm:pt>
    <dgm:pt modelId="{68217BAE-E404-4FFA-BAD5-0813D8F3CC68}" type="pres">
      <dgm:prSet presAssocID="{4C196FF5-6487-4BDD-B90F-5CF193E77BE1}" presName="rootText" presStyleLbl="node4" presStyleIdx="12" presStyleCnt="18">
        <dgm:presLayoutVars>
          <dgm:chPref val="3"/>
        </dgm:presLayoutVars>
      </dgm:prSet>
      <dgm:spPr/>
    </dgm:pt>
    <dgm:pt modelId="{04CBB25B-A0DD-4BFC-A636-F55C540E3406}" type="pres">
      <dgm:prSet presAssocID="{4C196FF5-6487-4BDD-B90F-5CF193E77BE1}" presName="rootConnector" presStyleLbl="node4" presStyleIdx="12" presStyleCnt="18"/>
      <dgm:spPr/>
    </dgm:pt>
    <dgm:pt modelId="{C2E09303-B827-42F8-80FC-DFB8FAFA074A}" type="pres">
      <dgm:prSet presAssocID="{4C196FF5-6487-4BDD-B90F-5CF193E77BE1}" presName="hierChild4" presStyleCnt="0"/>
      <dgm:spPr/>
    </dgm:pt>
    <dgm:pt modelId="{E623131C-0DEA-4D09-8BB7-6032B894D86B}" type="pres">
      <dgm:prSet presAssocID="{2C28DC86-2B4C-4614-ABBF-8A50823AE95E}" presName="Name35" presStyleLbl="parChTrans1D4" presStyleIdx="13" presStyleCnt="18"/>
      <dgm:spPr/>
    </dgm:pt>
    <dgm:pt modelId="{2434B98E-1D5F-49E6-B24A-89C37CEE1F74}" type="pres">
      <dgm:prSet presAssocID="{08BD73F4-05C2-48C0-ACCB-90040FFBF8BD}" presName="hierRoot2" presStyleCnt="0">
        <dgm:presLayoutVars>
          <dgm:hierBranch/>
        </dgm:presLayoutVars>
      </dgm:prSet>
      <dgm:spPr/>
    </dgm:pt>
    <dgm:pt modelId="{D7C3AEE7-2266-45CC-AF83-71C36FB58BA7}" type="pres">
      <dgm:prSet presAssocID="{08BD73F4-05C2-48C0-ACCB-90040FFBF8BD}" presName="rootComposite" presStyleCnt="0"/>
      <dgm:spPr/>
    </dgm:pt>
    <dgm:pt modelId="{DA377761-4971-460D-919E-F63FCD1B7AC5}" type="pres">
      <dgm:prSet presAssocID="{08BD73F4-05C2-48C0-ACCB-90040FFBF8BD}" presName="rootText" presStyleLbl="node4" presStyleIdx="13" presStyleCnt="18">
        <dgm:presLayoutVars>
          <dgm:chPref val="3"/>
        </dgm:presLayoutVars>
      </dgm:prSet>
      <dgm:spPr/>
    </dgm:pt>
    <dgm:pt modelId="{6C217B5B-B8F1-4774-8F7D-7B86F828B220}" type="pres">
      <dgm:prSet presAssocID="{08BD73F4-05C2-48C0-ACCB-90040FFBF8BD}" presName="rootConnector" presStyleLbl="node4" presStyleIdx="13" presStyleCnt="18"/>
      <dgm:spPr/>
    </dgm:pt>
    <dgm:pt modelId="{C7F6CA1A-483A-4D4B-9062-73DD7D1937C9}" type="pres">
      <dgm:prSet presAssocID="{08BD73F4-05C2-48C0-ACCB-90040FFBF8BD}" presName="hierChild4" presStyleCnt="0"/>
      <dgm:spPr/>
    </dgm:pt>
    <dgm:pt modelId="{513D57A5-80F7-41E6-9988-CA84F1F5A558}" type="pres">
      <dgm:prSet presAssocID="{08BD73F4-05C2-48C0-ACCB-90040FFBF8BD}" presName="hierChild5" presStyleCnt="0"/>
      <dgm:spPr/>
    </dgm:pt>
    <dgm:pt modelId="{2B51B52D-51C4-47A4-B645-B1936B02492A}" type="pres">
      <dgm:prSet presAssocID="{4C196FF5-6487-4BDD-B90F-5CF193E77BE1}" presName="hierChild5" presStyleCnt="0"/>
      <dgm:spPr/>
    </dgm:pt>
    <dgm:pt modelId="{42BE3D76-AC41-49E6-A1DD-84F7DD73E4A1}" type="pres">
      <dgm:prSet presAssocID="{8598B5BE-4887-48FB-8469-7DD399DF155C}" presName="hierChild5" presStyleCnt="0"/>
      <dgm:spPr/>
    </dgm:pt>
    <dgm:pt modelId="{474F98C6-589C-43BE-9DA7-E7C87E608D83}" type="pres">
      <dgm:prSet presAssocID="{DF42C8C3-2B71-4408-9635-7793949E7155}" presName="hierChild5" presStyleCnt="0"/>
      <dgm:spPr/>
    </dgm:pt>
    <dgm:pt modelId="{9A50FAD9-E074-44FA-81C7-C034E961CDEC}" type="pres">
      <dgm:prSet presAssocID="{C4736689-808C-493C-9B9B-904A75ED3291}" presName="Name35" presStyleLbl="parChTrans1D2" presStyleIdx="5" presStyleCnt="10"/>
      <dgm:spPr/>
    </dgm:pt>
    <dgm:pt modelId="{128062DC-5515-4C9C-AEE0-F313874E8086}" type="pres">
      <dgm:prSet presAssocID="{8CAA95D5-0DFF-496F-A84D-E49DC4B1D01C}" presName="hierRoot2" presStyleCnt="0">
        <dgm:presLayoutVars>
          <dgm:hierBranch/>
        </dgm:presLayoutVars>
      </dgm:prSet>
      <dgm:spPr/>
    </dgm:pt>
    <dgm:pt modelId="{1973F2EB-914C-44A8-B043-32342A1C9765}" type="pres">
      <dgm:prSet presAssocID="{8CAA95D5-0DFF-496F-A84D-E49DC4B1D01C}" presName="rootComposite" presStyleCnt="0"/>
      <dgm:spPr/>
    </dgm:pt>
    <dgm:pt modelId="{75405E9A-3838-4CD3-BE51-AA8E5E0381E2}" type="pres">
      <dgm:prSet presAssocID="{8CAA95D5-0DFF-496F-A84D-E49DC4B1D01C}" presName="rootText" presStyleLbl="node2" presStyleIdx="5" presStyleCnt="9">
        <dgm:presLayoutVars>
          <dgm:chPref val="3"/>
        </dgm:presLayoutVars>
      </dgm:prSet>
      <dgm:spPr/>
    </dgm:pt>
    <dgm:pt modelId="{E918C54D-94A7-4CC9-B37B-FBEC709E79ED}" type="pres">
      <dgm:prSet presAssocID="{8CAA95D5-0DFF-496F-A84D-E49DC4B1D01C}" presName="rootConnector" presStyleLbl="node2" presStyleIdx="5" presStyleCnt="9"/>
      <dgm:spPr/>
    </dgm:pt>
    <dgm:pt modelId="{68426905-0032-4C60-A998-383282275335}" type="pres">
      <dgm:prSet presAssocID="{8CAA95D5-0DFF-496F-A84D-E49DC4B1D01C}" presName="hierChild4" presStyleCnt="0"/>
      <dgm:spPr/>
    </dgm:pt>
    <dgm:pt modelId="{EC1A36B2-1AAE-4283-B4A4-310FA0FF9F60}" type="pres">
      <dgm:prSet presAssocID="{555A4E47-604B-4B72-9EC2-F992F13C825F}" presName="Name35" presStyleLbl="parChTrans1D3" presStyleIdx="5" presStyleCnt="11"/>
      <dgm:spPr/>
    </dgm:pt>
    <dgm:pt modelId="{D3907750-77D0-4EB3-9545-CA85E584F9D0}" type="pres">
      <dgm:prSet presAssocID="{8C198A3F-6CF6-4D2D-94F3-7EB6242173D6}" presName="hierRoot2" presStyleCnt="0">
        <dgm:presLayoutVars>
          <dgm:hierBranch/>
        </dgm:presLayoutVars>
      </dgm:prSet>
      <dgm:spPr/>
    </dgm:pt>
    <dgm:pt modelId="{D9FA148E-1794-48FA-AABF-FCBB98B1DA6A}" type="pres">
      <dgm:prSet presAssocID="{8C198A3F-6CF6-4D2D-94F3-7EB6242173D6}" presName="rootComposite" presStyleCnt="0"/>
      <dgm:spPr/>
    </dgm:pt>
    <dgm:pt modelId="{CA03923B-2F30-44AB-A63E-E38D0B5BB9C5}" type="pres">
      <dgm:prSet presAssocID="{8C198A3F-6CF6-4D2D-94F3-7EB6242173D6}" presName="rootText" presStyleLbl="node3" presStyleIdx="5" presStyleCnt="11">
        <dgm:presLayoutVars>
          <dgm:chPref val="3"/>
        </dgm:presLayoutVars>
      </dgm:prSet>
      <dgm:spPr/>
    </dgm:pt>
    <dgm:pt modelId="{FA023AC4-EC83-427B-8DC0-C093368C6A47}" type="pres">
      <dgm:prSet presAssocID="{8C198A3F-6CF6-4D2D-94F3-7EB6242173D6}" presName="rootConnector" presStyleLbl="node3" presStyleIdx="5" presStyleCnt="11"/>
      <dgm:spPr/>
    </dgm:pt>
    <dgm:pt modelId="{80E27C16-AB4E-4667-908B-1667273C28A4}" type="pres">
      <dgm:prSet presAssocID="{8C198A3F-6CF6-4D2D-94F3-7EB6242173D6}" presName="hierChild4" presStyleCnt="0"/>
      <dgm:spPr/>
    </dgm:pt>
    <dgm:pt modelId="{ADCD1108-11A5-468C-9ABF-C1942A0AE05B}" type="pres">
      <dgm:prSet presAssocID="{4A5A515F-0289-4F4B-8E5E-6ABC1B9E4E3C}" presName="Name35" presStyleLbl="parChTrans1D4" presStyleIdx="14" presStyleCnt="18"/>
      <dgm:spPr/>
    </dgm:pt>
    <dgm:pt modelId="{00727E20-3347-4CB4-83D7-7811098FC199}" type="pres">
      <dgm:prSet presAssocID="{FC2143C2-7177-4866-BCE0-0ECC7507B88B}" presName="hierRoot2" presStyleCnt="0">
        <dgm:presLayoutVars>
          <dgm:hierBranch/>
        </dgm:presLayoutVars>
      </dgm:prSet>
      <dgm:spPr/>
    </dgm:pt>
    <dgm:pt modelId="{56E438F9-8460-401E-A6C6-2608A6CE9140}" type="pres">
      <dgm:prSet presAssocID="{FC2143C2-7177-4866-BCE0-0ECC7507B88B}" presName="rootComposite" presStyleCnt="0"/>
      <dgm:spPr/>
    </dgm:pt>
    <dgm:pt modelId="{456459B5-ADE4-40B3-B663-8B2A49B9045E}" type="pres">
      <dgm:prSet presAssocID="{FC2143C2-7177-4866-BCE0-0ECC7507B88B}" presName="rootText" presStyleLbl="node4" presStyleIdx="14" presStyleCnt="18">
        <dgm:presLayoutVars>
          <dgm:chPref val="3"/>
        </dgm:presLayoutVars>
      </dgm:prSet>
      <dgm:spPr/>
    </dgm:pt>
    <dgm:pt modelId="{B7BF15B9-C41E-4B61-ABBB-D6B31AAB146D}" type="pres">
      <dgm:prSet presAssocID="{FC2143C2-7177-4866-BCE0-0ECC7507B88B}" presName="rootConnector" presStyleLbl="node4" presStyleIdx="14" presStyleCnt="18"/>
      <dgm:spPr/>
    </dgm:pt>
    <dgm:pt modelId="{86EE01DE-2C6A-47DB-B24E-2B0E8423B77D}" type="pres">
      <dgm:prSet presAssocID="{FC2143C2-7177-4866-BCE0-0ECC7507B88B}" presName="hierChild4" presStyleCnt="0"/>
      <dgm:spPr/>
    </dgm:pt>
    <dgm:pt modelId="{C539397B-7E98-4507-A50D-FC9064DAFA7D}" type="pres">
      <dgm:prSet presAssocID="{FC2143C2-7177-4866-BCE0-0ECC7507B88B}" presName="hierChild5" presStyleCnt="0"/>
      <dgm:spPr/>
    </dgm:pt>
    <dgm:pt modelId="{7555BE4B-7D36-4C19-8F73-8338182F52CB}" type="pres">
      <dgm:prSet presAssocID="{8C198A3F-6CF6-4D2D-94F3-7EB6242173D6}" presName="hierChild5" presStyleCnt="0"/>
      <dgm:spPr/>
    </dgm:pt>
    <dgm:pt modelId="{C4418738-63D6-43AD-94A5-743C0438535A}" type="pres">
      <dgm:prSet presAssocID="{8CAA95D5-0DFF-496F-A84D-E49DC4B1D01C}" presName="hierChild5" presStyleCnt="0"/>
      <dgm:spPr/>
    </dgm:pt>
    <dgm:pt modelId="{BD036290-BE8B-4F01-AF83-173967736EBE}" type="pres">
      <dgm:prSet presAssocID="{143B60AE-7C0D-4361-BC46-1CA03EB467AE}" presName="Name35" presStyleLbl="parChTrans1D2" presStyleIdx="6" presStyleCnt="10"/>
      <dgm:spPr/>
    </dgm:pt>
    <dgm:pt modelId="{8BFED4A9-A4D0-41F4-AE57-0F1297E0C356}" type="pres">
      <dgm:prSet presAssocID="{780E98D6-78AB-47B8-B9F8-C3EE48FABC6C}" presName="hierRoot2" presStyleCnt="0">
        <dgm:presLayoutVars>
          <dgm:hierBranch/>
        </dgm:presLayoutVars>
      </dgm:prSet>
      <dgm:spPr/>
    </dgm:pt>
    <dgm:pt modelId="{27D4370E-F9F3-43C6-A094-92036580F01E}" type="pres">
      <dgm:prSet presAssocID="{780E98D6-78AB-47B8-B9F8-C3EE48FABC6C}" presName="rootComposite" presStyleCnt="0"/>
      <dgm:spPr/>
    </dgm:pt>
    <dgm:pt modelId="{DEAAA468-9640-4126-A86A-267B0BC10FDF}" type="pres">
      <dgm:prSet presAssocID="{780E98D6-78AB-47B8-B9F8-C3EE48FABC6C}" presName="rootText" presStyleLbl="node2" presStyleIdx="6" presStyleCnt="9">
        <dgm:presLayoutVars>
          <dgm:chPref val="3"/>
        </dgm:presLayoutVars>
      </dgm:prSet>
      <dgm:spPr/>
    </dgm:pt>
    <dgm:pt modelId="{CEDAC15F-7FF2-43BD-8DF2-3E1635403B65}" type="pres">
      <dgm:prSet presAssocID="{780E98D6-78AB-47B8-B9F8-C3EE48FABC6C}" presName="rootConnector" presStyleLbl="node2" presStyleIdx="6" presStyleCnt="9"/>
      <dgm:spPr/>
    </dgm:pt>
    <dgm:pt modelId="{B63C84F0-E6D0-4F72-A6CD-96E4C8D51719}" type="pres">
      <dgm:prSet presAssocID="{780E98D6-78AB-47B8-B9F8-C3EE48FABC6C}" presName="hierChild4" presStyleCnt="0"/>
      <dgm:spPr/>
    </dgm:pt>
    <dgm:pt modelId="{B68AE5B8-C78A-43F7-8ADD-3AA790B680FB}" type="pres">
      <dgm:prSet presAssocID="{8E209057-A9D5-4820-A5A9-B9FB5047C033}" presName="Name35" presStyleLbl="parChTrans1D3" presStyleIdx="6" presStyleCnt="11"/>
      <dgm:spPr/>
    </dgm:pt>
    <dgm:pt modelId="{4AAA1A16-7DD2-47CB-89BE-27572B7477D5}" type="pres">
      <dgm:prSet presAssocID="{E529793A-61AA-437F-A58E-4A3FAEBE60B9}" presName="hierRoot2" presStyleCnt="0">
        <dgm:presLayoutVars>
          <dgm:hierBranch/>
        </dgm:presLayoutVars>
      </dgm:prSet>
      <dgm:spPr/>
    </dgm:pt>
    <dgm:pt modelId="{ECFEFD04-40F9-416E-B5F4-FA58A01CAFA6}" type="pres">
      <dgm:prSet presAssocID="{E529793A-61AA-437F-A58E-4A3FAEBE60B9}" presName="rootComposite" presStyleCnt="0"/>
      <dgm:spPr/>
    </dgm:pt>
    <dgm:pt modelId="{32482A78-9353-4899-9BD0-B7A0B2F763AE}" type="pres">
      <dgm:prSet presAssocID="{E529793A-61AA-437F-A58E-4A3FAEBE60B9}" presName="rootText" presStyleLbl="node3" presStyleIdx="6" presStyleCnt="11">
        <dgm:presLayoutVars>
          <dgm:chPref val="3"/>
        </dgm:presLayoutVars>
      </dgm:prSet>
      <dgm:spPr/>
    </dgm:pt>
    <dgm:pt modelId="{3D032A54-B5DA-4032-8BE1-362DB37E23FD}" type="pres">
      <dgm:prSet presAssocID="{E529793A-61AA-437F-A58E-4A3FAEBE60B9}" presName="rootConnector" presStyleLbl="node3" presStyleIdx="6" presStyleCnt="11"/>
      <dgm:spPr/>
    </dgm:pt>
    <dgm:pt modelId="{B8D6903B-25A5-4F66-BF53-4F857DDCB490}" type="pres">
      <dgm:prSet presAssocID="{E529793A-61AA-437F-A58E-4A3FAEBE60B9}" presName="hierChild4" presStyleCnt="0"/>
      <dgm:spPr/>
    </dgm:pt>
    <dgm:pt modelId="{1FFE4459-04CD-44CC-8982-5CEB685EBC97}" type="pres">
      <dgm:prSet presAssocID="{3CBBABF4-AE58-4789-922F-5ADF2B7EA72D}" presName="Name35" presStyleLbl="parChTrans1D4" presStyleIdx="15" presStyleCnt="18"/>
      <dgm:spPr/>
    </dgm:pt>
    <dgm:pt modelId="{8BA5EFB3-F0CA-4C8D-A527-F6A8405CE6A2}" type="pres">
      <dgm:prSet presAssocID="{538639D0-EEDC-4F42-9DEF-648BC56196E9}" presName="hierRoot2" presStyleCnt="0">
        <dgm:presLayoutVars>
          <dgm:hierBranch/>
        </dgm:presLayoutVars>
      </dgm:prSet>
      <dgm:spPr/>
    </dgm:pt>
    <dgm:pt modelId="{92779C1C-054D-46B0-A056-D8A2D5E85D3B}" type="pres">
      <dgm:prSet presAssocID="{538639D0-EEDC-4F42-9DEF-648BC56196E9}" presName="rootComposite" presStyleCnt="0"/>
      <dgm:spPr/>
    </dgm:pt>
    <dgm:pt modelId="{842F3502-341B-4DC0-ABA4-3DF087EF38B6}" type="pres">
      <dgm:prSet presAssocID="{538639D0-EEDC-4F42-9DEF-648BC56196E9}" presName="rootText" presStyleLbl="node4" presStyleIdx="15" presStyleCnt="18">
        <dgm:presLayoutVars>
          <dgm:chPref val="3"/>
        </dgm:presLayoutVars>
      </dgm:prSet>
      <dgm:spPr/>
    </dgm:pt>
    <dgm:pt modelId="{0D7DCEBB-CE33-49E1-9B4B-BB3A8A435FE1}" type="pres">
      <dgm:prSet presAssocID="{538639D0-EEDC-4F42-9DEF-648BC56196E9}" presName="rootConnector" presStyleLbl="node4" presStyleIdx="15" presStyleCnt="18"/>
      <dgm:spPr/>
    </dgm:pt>
    <dgm:pt modelId="{FA208FED-388E-451B-994C-12CDD99CBDA4}" type="pres">
      <dgm:prSet presAssocID="{538639D0-EEDC-4F42-9DEF-648BC56196E9}" presName="hierChild4" presStyleCnt="0"/>
      <dgm:spPr/>
    </dgm:pt>
    <dgm:pt modelId="{689B626A-E270-43E2-937D-2C69209CBE7F}" type="pres">
      <dgm:prSet presAssocID="{BBBE8600-3576-46AB-8791-08CF7B209E48}" presName="Name35" presStyleLbl="parChTrans1D4" presStyleIdx="16" presStyleCnt="18"/>
      <dgm:spPr/>
    </dgm:pt>
    <dgm:pt modelId="{2C60D3A7-6C8E-4E10-A743-1315B0BD07F3}" type="pres">
      <dgm:prSet presAssocID="{9119C85D-1822-4846-BA2F-D36BA40E3090}" presName="hierRoot2" presStyleCnt="0">
        <dgm:presLayoutVars>
          <dgm:hierBranch/>
        </dgm:presLayoutVars>
      </dgm:prSet>
      <dgm:spPr/>
    </dgm:pt>
    <dgm:pt modelId="{63EF72A9-DF9D-4A46-B2A0-B4C9C6C6A41D}" type="pres">
      <dgm:prSet presAssocID="{9119C85D-1822-4846-BA2F-D36BA40E3090}" presName="rootComposite" presStyleCnt="0"/>
      <dgm:spPr/>
    </dgm:pt>
    <dgm:pt modelId="{23E0C35A-063C-447A-A5AE-9B4D037A8206}" type="pres">
      <dgm:prSet presAssocID="{9119C85D-1822-4846-BA2F-D36BA40E3090}" presName="rootText" presStyleLbl="node4" presStyleIdx="16" presStyleCnt="18">
        <dgm:presLayoutVars>
          <dgm:chPref val="3"/>
        </dgm:presLayoutVars>
      </dgm:prSet>
      <dgm:spPr/>
    </dgm:pt>
    <dgm:pt modelId="{1DE2E852-17A2-4AEF-A228-C6472406137C}" type="pres">
      <dgm:prSet presAssocID="{9119C85D-1822-4846-BA2F-D36BA40E3090}" presName="rootConnector" presStyleLbl="node4" presStyleIdx="16" presStyleCnt="18"/>
      <dgm:spPr/>
    </dgm:pt>
    <dgm:pt modelId="{C09E98DA-F383-4075-B19C-A7ACB42A9472}" type="pres">
      <dgm:prSet presAssocID="{9119C85D-1822-4846-BA2F-D36BA40E3090}" presName="hierChild4" presStyleCnt="0"/>
      <dgm:spPr/>
    </dgm:pt>
    <dgm:pt modelId="{1EB5B765-017C-4F36-8344-7D83C55C0664}" type="pres">
      <dgm:prSet presAssocID="{9119C85D-1822-4846-BA2F-D36BA40E3090}" presName="hierChild5" presStyleCnt="0"/>
      <dgm:spPr/>
    </dgm:pt>
    <dgm:pt modelId="{4A6984D4-BE9B-4E96-8571-694F2A051647}" type="pres">
      <dgm:prSet presAssocID="{B126AD05-00EC-426E-8E0F-C7914F9054B2}" presName="Name35" presStyleLbl="parChTrans1D4" presStyleIdx="17" presStyleCnt="18"/>
      <dgm:spPr/>
    </dgm:pt>
    <dgm:pt modelId="{A4F7BD6E-9B09-4EDF-AB9D-6817FDF9DFB9}" type="pres">
      <dgm:prSet presAssocID="{DDD0FAD1-9086-4354-A570-20EA91D5FA64}" presName="hierRoot2" presStyleCnt="0">
        <dgm:presLayoutVars>
          <dgm:hierBranch/>
        </dgm:presLayoutVars>
      </dgm:prSet>
      <dgm:spPr/>
    </dgm:pt>
    <dgm:pt modelId="{BFCFEFC0-0DAF-4E7B-ABCD-6A03EB3286F4}" type="pres">
      <dgm:prSet presAssocID="{DDD0FAD1-9086-4354-A570-20EA91D5FA64}" presName="rootComposite" presStyleCnt="0"/>
      <dgm:spPr/>
    </dgm:pt>
    <dgm:pt modelId="{977EC86E-E076-4F30-BB16-B3AED5A296F7}" type="pres">
      <dgm:prSet presAssocID="{DDD0FAD1-9086-4354-A570-20EA91D5FA64}" presName="rootText" presStyleLbl="node4" presStyleIdx="17" presStyleCnt="18">
        <dgm:presLayoutVars>
          <dgm:chPref val="3"/>
        </dgm:presLayoutVars>
      </dgm:prSet>
      <dgm:spPr/>
    </dgm:pt>
    <dgm:pt modelId="{24701AEA-F3D3-457E-95C7-8D73B24A2088}" type="pres">
      <dgm:prSet presAssocID="{DDD0FAD1-9086-4354-A570-20EA91D5FA64}" presName="rootConnector" presStyleLbl="node4" presStyleIdx="17" presStyleCnt="18"/>
      <dgm:spPr/>
    </dgm:pt>
    <dgm:pt modelId="{662F7805-B3DE-42B6-9EB6-9D0E373A80FE}" type="pres">
      <dgm:prSet presAssocID="{DDD0FAD1-9086-4354-A570-20EA91D5FA64}" presName="hierChild4" presStyleCnt="0"/>
      <dgm:spPr/>
    </dgm:pt>
    <dgm:pt modelId="{616C4955-FABC-4804-AFD4-28E67B2E8065}" type="pres">
      <dgm:prSet presAssocID="{DDD0FAD1-9086-4354-A570-20EA91D5FA64}" presName="hierChild5" presStyleCnt="0"/>
      <dgm:spPr/>
    </dgm:pt>
    <dgm:pt modelId="{7070576D-4602-4DCF-A047-5FBCCF671F9A}" type="pres">
      <dgm:prSet presAssocID="{538639D0-EEDC-4F42-9DEF-648BC56196E9}" presName="hierChild5" presStyleCnt="0"/>
      <dgm:spPr/>
    </dgm:pt>
    <dgm:pt modelId="{027B58B6-9B2F-4B9B-A080-15A1B31D1855}" type="pres">
      <dgm:prSet presAssocID="{E529793A-61AA-437F-A58E-4A3FAEBE60B9}" presName="hierChild5" presStyleCnt="0"/>
      <dgm:spPr/>
    </dgm:pt>
    <dgm:pt modelId="{E463E567-60AE-446F-BF30-DB152FE353BE}" type="pres">
      <dgm:prSet presAssocID="{780E98D6-78AB-47B8-B9F8-C3EE48FABC6C}" presName="hierChild5" presStyleCnt="0"/>
      <dgm:spPr/>
    </dgm:pt>
    <dgm:pt modelId="{FFD5AAD6-91F8-4C49-A7BB-6B693521A7B6}" type="pres">
      <dgm:prSet presAssocID="{FB5BCBF1-8612-4D40-8963-43B1EACB6525}" presName="Name35" presStyleLbl="parChTrans1D2" presStyleIdx="7" presStyleCnt="10"/>
      <dgm:spPr/>
    </dgm:pt>
    <dgm:pt modelId="{A28BB8A6-3658-4208-B084-BEAA8F6C38B8}" type="pres">
      <dgm:prSet presAssocID="{DFF5E0B2-5519-487D-9A4D-3B4425C7C97A}" presName="hierRoot2" presStyleCnt="0">
        <dgm:presLayoutVars>
          <dgm:hierBranch/>
        </dgm:presLayoutVars>
      </dgm:prSet>
      <dgm:spPr/>
    </dgm:pt>
    <dgm:pt modelId="{3CC891B2-BF98-4947-BEAD-BCF9928AA8B5}" type="pres">
      <dgm:prSet presAssocID="{DFF5E0B2-5519-487D-9A4D-3B4425C7C97A}" presName="rootComposite" presStyleCnt="0"/>
      <dgm:spPr/>
    </dgm:pt>
    <dgm:pt modelId="{64E148C8-5A3A-4895-941C-37CDEF058CA8}" type="pres">
      <dgm:prSet presAssocID="{DFF5E0B2-5519-487D-9A4D-3B4425C7C97A}" presName="rootText" presStyleLbl="node2" presStyleIdx="7" presStyleCnt="9">
        <dgm:presLayoutVars>
          <dgm:chPref val="3"/>
        </dgm:presLayoutVars>
      </dgm:prSet>
      <dgm:spPr/>
    </dgm:pt>
    <dgm:pt modelId="{FF12E030-4F9D-4306-8113-F1540E428ADC}" type="pres">
      <dgm:prSet presAssocID="{DFF5E0B2-5519-487D-9A4D-3B4425C7C97A}" presName="rootConnector" presStyleLbl="node2" presStyleIdx="7" presStyleCnt="9"/>
      <dgm:spPr/>
    </dgm:pt>
    <dgm:pt modelId="{3EC37061-326A-4C99-A32A-82F3E4FF8E39}" type="pres">
      <dgm:prSet presAssocID="{DFF5E0B2-5519-487D-9A4D-3B4425C7C97A}" presName="hierChild4" presStyleCnt="0"/>
      <dgm:spPr/>
    </dgm:pt>
    <dgm:pt modelId="{95217F92-5A85-4EA1-9191-588D9086AB9F}" type="pres">
      <dgm:prSet presAssocID="{75167CF1-62FA-4C73-B601-AFE61A85EDF9}" presName="Name35" presStyleLbl="parChTrans1D3" presStyleIdx="7" presStyleCnt="11"/>
      <dgm:spPr/>
    </dgm:pt>
    <dgm:pt modelId="{905A6219-6453-47AF-B406-41CBA33A8C4F}" type="pres">
      <dgm:prSet presAssocID="{B2248237-2B96-40FE-BB30-4ACF5FD187B6}" presName="hierRoot2" presStyleCnt="0">
        <dgm:presLayoutVars>
          <dgm:hierBranch/>
        </dgm:presLayoutVars>
      </dgm:prSet>
      <dgm:spPr/>
    </dgm:pt>
    <dgm:pt modelId="{4B83CF05-FBB8-4B0C-B33F-D5C62CD72394}" type="pres">
      <dgm:prSet presAssocID="{B2248237-2B96-40FE-BB30-4ACF5FD187B6}" presName="rootComposite" presStyleCnt="0"/>
      <dgm:spPr/>
    </dgm:pt>
    <dgm:pt modelId="{1A59AF9D-BD67-4141-AABC-B9AE01198721}" type="pres">
      <dgm:prSet presAssocID="{B2248237-2B96-40FE-BB30-4ACF5FD187B6}" presName="rootText" presStyleLbl="node3" presStyleIdx="7" presStyleCnt="11">
        <dgm:presLayoutVars>
          <dgm:chPref val="3"/>
        </dgm:presLayoutVars>
      </dgm:prSet>
      <dgm:spPr/>
    </dgm:pt>
    <dgm:pt modelId="{51848BB4-ECA6-4694-8CEF-D858183A2B9E}" type="pres">
      <dgm:prSet presAssocID="{B2248237-2B96-40FE-BB30-4ACF5FD187B6}" presName="rootConnector" presStyleLbl="node3" presStyleIdx="7" presStyleCnt="11"/>
      <dgm:spPr/>
    </dgm:pt>
    <dgm:pt modelId="{95D08304-D811-40FC-BB0D-FB2165B74368}" type="pres">
      <dgm:prSet presAssocID="{B2248237-2B96-40FE-BB30-4ACF5FD187B6}" presName="hierChild4" presStyleCnt="0"/>
      <dgm:spPr/>
    </dgm:pt>
    <dgm:pt modelId="{D608F7B4-5FE7-4ECB-8500-9F06AC246624}" type="pres">
      <dgm:prSet presAssocID="{B2248237-2B96-40FE-BB30-4ACF5FD187B6}" presName="hierChild5" presStyleCnt="0"/>
      <dgm:spPr/>
    </dgm:pt>
    <dgm:pt modelId="{F5A29582-03FD-4E61-872F-CF6CDF22C2EB}" type="pres">
      <dgm:prSet presAssocID="{D5FA641C-DA42-432E-9C0B-6E62ED42C251}" presName="Name35" presStyleLbl="parChTrans1D3" presStyleIdx="8" presStyleCnt="11"/>
      <dgm:spPr/>
    </dgm:pt>
    <dgm:pt modelId="{B9343A7C-72F0-46B2-AF31-45D0742A7EE3}" type="pres">
      <dgm:prSet presAssocID="{EFE1CD9D-2858-4A1A-9145-6A472F0FCF9E}" presName="hierRoot2" presStyleCnt="0">
        <dgm:presLayoutVars>
          <dgm:hierBranch/>
        </dgm:presLayoutVars>
      </dgm:prSet>
      <dgm:spPr/>
    </dgm:pt>
    <dgm:pt modelId="{FB3EA8BB-9902-49A3-A6EB-3258F33EEDC6}" type="pres">
      <dgm:prSet presAssocID="{EFE1CD9D-2858-4A1A-9145-6A472F0FCF9E}" presName="rootComposite" presStyleCnt="0"/>
      <dgm:spPr/>
    </dgm:pt>
    <dgm:pt modelId="{61F5DF98-D856-470B-9731-30304F93B349}" type="pres">
      <dgm:prSet presAssocID="{EFE1CD9D-2858-4A1A-9145-6A472F0FCF9E}" presName="rootText" presStyleLbl="node3" presStyleIdx="8" presStyleCnt="11">
        <dgm:presLayoutVars>
          <dgm:chPref val="3"/>
        </dgm:presLayoutVars>
      </dgm:prSet>
      <dgm:spPr/>
    </dgm:pt>
    <dgm:pt modelId="{82B153B9-A128-41A5-A704-1C0EFF2EDF33}" type="pres">
      <dgm:prSet presAssocID="{EFE1CD9D-2858-4A1A-9145-6A472F0FCF9E}" presName="rootConnector" presStyleLbl="node3" presStyleIdx="8" presStyleCnt="11"/>
      <dgm:spPr/>
    </dgm:pt>
    <dgm:pt modelId="{31EB70AD-D7DE-42F0-99C9-497F6F054051}" type="pres">
      <dgm:prSet presAssocID="{EFE1CD9D-2858-4A1A-9145-6A472F0FCF9E}" presName="hierChild4" presStyleCnt="0"/>
      <dgm:spPr/>
    </dgm:pt>
    <dgm:pt modelId="{88A4D6D2-FCCF-4BD6-B3F8-ED71B8F07027}" type="pres">
      <dgm:prSet presAssocID="{EFE1CD9D-2858-4A1A-9145-6A472F0FCF9E}" presName="hierChild5" presStyleCnt="0"/>
      <dgm:spPr/>
    </dgm:pt>
    <dgm:pt modelId="{76A717C6-5D68-4728-8EC4-72918901DD64}" type="pres">
      <dgm:prSet presAssocID="{F974990E-AA57-4166-92E4-3FA638074133}" presName="Name35" presStyleLbl="parChTrans1D3" presStyleIdx="9" presStyleCnt="11"/>
      <dgm:spPr/>
    </dgm:pt>
    <dgm:pt modelId="{6CFC717D-372F-49DD-B4D4-B2CC819463C1}" type="pres">
      <dgm:prSet presAssocID="{550E5FA8-F911-42DF-9BB9-E13934C043AD}" presName="hierRoot2" presStyleCnt="0">
        <dgm:presLayoutVars>
          <dgm:hierBranch/>
        </dgm:presLayoutVars>
      </dgm:prSet>
      <dgm:spPr/>
    </dgm:pt>
    <dgm:pt modelId="{D09871A9-7C8B-4FA4-AFD1-AA54CEE781B0}" type="pres">
      <dgm:prSet presAssocID="{550E5FA8-F911-42DF-9BB9-E13934C043AD}" presName="rootComposite" presStyleCnt="0"/>
      <dgm:spPr/>
    </dgm:pt>
    <dgm:pt modelId="{D86F68BB-1C25-4CAB-9CB5-AD99ED1F9DE5}" type="pres">
      <dgm:prSet presAssocID="{550E5FA8-F911-42DF-9BB9-E13934C043AD}" presName="rootText" presStyleLbl="node3" presStyleIdx="9" presStyleCnt="11">
        <dgm:presLayoutVars>
          <dgm:chPref val="3"/>
        </dgm:presLayoutVars>
      </dgm:prSet>
      <dgm:spPr/>
    </dgm:pt>
    <dgm:pt modelId="{0B91E842-9947-49F4-B3D4-8D1114B77A65}" type="pres">
      <dgm:prSet presAssocID="{550E5FA8-F911-42DF-9BB9-E13934C043AD}" presName="rootConnector" presStyleLbl="node3" presStyleIdx="9" presStyleCnt="11"/>
      <dgm:spPr/>
    </dgm:pt>
    <dgm:pt modelId="{83E1E534-E297-4D5A-8489-6BA9C98107EC}" type="pres">
      <dgm:prSet presAssocID="{550E5FA8-F911-42DF-9BB9-E13934C043AD}" presName="hierChild4" presStyleCnt="0"/>
      <dgm:spPr/>
    </dgm:pt>
    <dgm:pt modelId="{F0CA2DA4-262F-40E3-8DC5-95AFD56D1437}" type="pres">
      <dgm:prSet presAssocID="{550E5FA8-F911-42DF-9BB9-E13934C043AD}" presName="hierChild5" presStyleCnt="0"/>
      <dgm:spPr/>
    </dgm:pt>
    <dgm:pt modelId="{79F51095-5FDE-449D-B68F-FA630344A562}" type="pres">
      <dgm:prSet presAssocID="{DFF5E0B2-5519-487D-9A4D-3B4425C7C97A}" presName="hierChild5" presStyleCnt="0"/>
      <dgm:spPr/>
    </dgm:pt>
    <dgm:pt modelId="{A6598E5F-06F9-4B3D-8495-067BEB4E139F}" type="pres">
      <dgm:prSet presAssocID="{2A5AD12C-E104-425B-BCEA-987A7D3A10A6}" presName="Name35" presStyleLbl="parChTrans1D2" presStyleIdx="8" presStyleCnt="10"/>
      <dgm:spPr/>
    </dgm:pt>
    <dgm:pt modelId="{780497F5-C153-45F9-A942-83AE299F0382}" type="pres">
      <dgm:prSet presAssocID="{A70EE71E-9A57-4D8E-B1AA-1A75E19EA4E9}" presName="hierRoot2" presStyleCnt="0">
        <dgm:presLayoutVars>
          <dgm:hierBranch/>
        </dgm:presLayoutVars>
      </dgm:prSet>
      <dgm:spPr/>
    </dgm:pt>
    <dgm:pt modelId="{C1B08B78-F0DF-43BA-8C39-966273253375}" type="pres">
      <dgm:prSet presAssocID="{A70EE71E-9A57-4D8E-B1AA-1A75E19EA4E9}" presName="rootComposite" presStyleCnt="0"/>
      <dgm:spPr/>
    </dgm:pt>
    <dgm:pt modelId="{B6F60D23-954D-4811-A869-B96167E914D7}" type="pres">
      <dgm:prSet presAssocID="{A70EE71E-9A57-4D8E-B1AA-1A75E19EA4E9}" presName="rootText" presStyleLbl="node2" presStyleIdx="8" presStyleCnt="9">
        <dgm:presLayoutVars>
          <dgm:chPref val="3"/>
        </dgm:presLayoutVars>
      </dgm:prSet>
      <dgm:spPr/>
    </dgm:pt>
    <dgm:pt modelId="{FB253A71-11A3-4DE4-8282-135FB982D5C8}" type="pres">
      <dgm:prSet presAssocID="{A70EE71E-9A57-4D8E-B1AA-1A75E19EA4E9}" presName="rootConnector" presStyleLbl="node2" presStyleIdx="8" presStyleCnt="9"/>
      <dgm:spPr/>
    </dgm:pt>
    <dgm:pt modelId="{533A1793-DA84-49DD-BB3C-043214189D31}" type="pres">
      <dgm:prSet presAssocID="{A70EE71E-9A57-4D8E-B1AA-1A75E19EA4E9}" presName="hierChild4" presStyleCnt="0"/>
      <dgm:spPr/>
    </dgm:pt>
    <dgm:pt modelId="{0C78B7FF-EC89-4181-91D7-3E5984C1D92B}" type="pres">
      <dgm:prSet presAssocID="{53864CFA-2456-4420-A997-1CA252E044BE}" presName="Name35" presStyleLbl="parChTrans1D3" presStyleIdx="10" presStyleCnt="11"/>
      <dgm:spPr/>
    </dgm:pt>
    <dgm:pt modelId="{97F0E239-FE97-44C1-9AA4-52F996FDD5B2}" type="pres">
      <dgm:prSet presAssocID="{1D228C9B-F15D-4AA1-9D2C-E38CC2C0C949}" presName="hierRoot2" presStyleCnt="0">
        <dgm:presLayoutVars>
          <dgm:hierBranch/>
        </dgm:presLayoutVars>
      </dgm:prSet>
      <dgm:spPr/>
    </dgm:pt>
    <dgm:pt modelId="{E858AA4A-F726-4C16-B621-176CECAE08B0}" type="pres">
      <dgm:prSet presAssocID="{1D228C9B-F15D-4AA1-9D2C-E38CC2C0C949}" presName="rootComposite" presStyleCnt="0"/>
      <dgm:spPr/>
    </dgm:pt>
    <dgm:pt modelId="{98465B29-B2E6-4F78-8159-FD4BAFB41A5C}" type="pres">
      <dgm:prSet presAssocID="{1D228C9B-F15D-4AA1-9D2C-E38CC2C0C949}" presName="rootText" presStyleLbl="node3" presStyleIdx="10" presStyleCnt="11">
        <dgm:presLayoutVars>
          <dgm:chPref val="3"/>
        </dgm:presLayoutVars>
      </dgm:prSet>
      <dgm:spPr/>
    </dgm:pt>
    <dgm:pt modelId="{DD60D982-9FC0-41A0-A184-755FE0D2E514}" type="pres">
      <dgm:prSet presAssocID="{1D228C9B-F15D-4AA1-9D2C-E38CC2C0C949}" presName="rootConnector" presStyleLbl="node3" presStyleIdx="10" presStyleCnt="11"/>
      <dgm:spPr/>
    </dgm:pt>
    <dgm:pt modelId="{F54B5ECA-4D94-4C34-B8B3-151854108A4F}" type="pres">
      <dgm:prSet presAssocID="{1D228C9B-F15D-4AA1-9D2C-E38CC2C0C949}" presName="hierChild4" presStyleCnt="0"/>
      <dgm:spPr/>
    </dgm:pt>
    <dgm:pt modelId="{7AA629B6-7E3E-4BA0-91F9-90662A99983B}" type="pres">
      <dgm:prSet presAssocID="{1D228C9B-F15D-4AA1-9D2C-E38CC2C0C949}" presName="hierChild5" presStyleCnt="0"/>
      <dgm:spPr/>
    </dgm:pt>
    <dgm:pt modelId="{FF8593F6-B06B-46B6-9D74-24BE46986728}" type="pres">
      <dgm:prSet presAssocID="{A70EE71E-9A57-4D8E-B1AA-1A75E19EA4E9}" presName="hierChild5" presStyleCnt="0"/>
      <dgm:spPr/>
    </dgm:pt>
    <dgm:pt modelId="{11723739-63E6-4527-994E-7E2F29D04AE7}" type="pres">
      <dgm:prSet presAssocID="{73CDAA4C-6033-4886-BCB7-A101B8972E47}" presName="hierChild3" presStyleCnt="0"/>
      <dgm:spPr/>
    </dgm:pt>
    <dgm:pt modelId="{32205465-5B35-4CD5-B081-26287A775C6A}" type="pres">
      <dgm:prSet presAssocID="{92101DF7-4027-468C-8376-DE2D6D72CC2D}" presName="Name111" presStyleLbl="parChTrans1D2" presStyleIdx="9" presStyleCnt="10"/>
      <dgm:spPr/>
    </dgm:pt>
    <dgm:pt modelId="{C00D53AC-76A2-454A-AA04-14B936300C3E}" type="pres">
      <dgm:prSet presAssocID="{19C2F0D7-9734-4B57-850D-84849123EFCC}" presName="hierRoot3" presStyleCnt="0">
        <dgm:presLayoutVars>
          <dgm:hierBranch val="init"/>
        </dgm:presLayoutVars>
      </dgm:prSet>
      <dgm:spPr/>
    </dgm:pt>
    <dgm:pt modelId="{8360EDAB-F44A-4DD5-938A-82CBD10A80F0}" type="pres">
      <dgm:prSet presAssocID="{19C2F0D7-9734-4B57-850D-84849123EFCC}" presName="rootComposite3" presStyleCnt="0"/>
      <dgm:spPr/>
    </dgm:pt>
    <dgm:pt modelId="{73A7720E-DC29-43DC-8213-A307591E9089}" type="pres">
      <dgm:prSet presAssocID="{19C2F0D7-9734-4B57-850D-84849123EFCC}" presName="rootText3" presStyleLbl="asst1" presStyleIdx="0" presStyleCnt="1" custLinFactX="-4790" custLinFactY="-46024" custLinFactNeighborX="-100000" custLinFactNeighborY="-100000">
        <dgm:presLayoutVars>
          <dgm:chPref val="3"/>
        </dgm:presLayoutVars>
      </dgm:prSet>
      <dgm:spPr/>
    </dgm:pt>
    <dgm:pt modelId="{F96A2D58-87EA-4020-AC37-32AC3EC62B20}" type="pres">
      <dgm:prSet presAssocID="{19C2F0D7-9734-4B57-850D-84849123EFCC}" presName="rootConnector3" presStyleLbl="asst1" presStyleIdx="0" presStyleCnt="1"/>
      <dgm:spPr/>
    </dgm:pt>
    <dgm:pt modelId="{A8D5163E-67A5-4D9B-AE19-83EFF0377802}" type="pres">
      <dgm:prSet presAssocID="{19C2F0D7-9734-4B57-850D-84849123EFCC}" presName="hierChild6" presStyleCnt="0"/>
      <dgm:spPr/>
    </dgm:pt>
    <dgm:pt modelId="{58DD93FB-6C67-4BD9-93E5-8F28F62DB8B0}" type="pres">
      <dgm:prSet presAssocID="{19C2F0D7-9734-4B57-850D-84849123EFCC}" presName="hierChild7" presStyleCnt="0"/>
      <dgm:spPr/>
    </dgm:pt>
  </dgm:ptLst>
  <dgm:cxnLst>
    <dgm:cxn modelId="{756A1F06-FFF6-4835-A20C-F7738547EA82}" type="presOf" srcId="{A70EE71E-9A57-4D8E-B1AA-1A75E19EA4E9}" destId="{FB253A71-11A3-4DE4-8282-135FB982D5C8}" srcOrd="1" destOrd="0" presId="urn:microsoft.com/office/officeart/2005/8/layout/orgChart1"/>
    <dgm:cxn modelId="{27925709-30B3-4121-8B60-214B303F1E25}" type="presOf" srcId="{39F976CE-29D0-4479-9D84-640F19EBA8EB}" destId="{27B6B416-8EE0-4B09-B21B-EC46483BE859}" srcOrd="0" destOrd="0" presId="urn:microsoft.com/office/officeart/2005/8/layout/orgChart1"/>
    <dgm:cxn modelId="{17B0BD0B-E935-4008-9935-491B43952AC5}" type="presOf" srcId="{780E98D6-78AB-47B8-B9F8-C3EE48FABC6C}" destId="{CEDAC15F-7FF2-43BD-8DF2-3E1635403B65}" srcOrd="1" destOrd="0" presId="urn:microsoft.com/office/officeart/2005/8/layout/orgChart1"/>
    <dgm:cxn modelId="{81670C0D-3B66-46C0-9FD7-7B0219AEB085}" srcId="{E0B3F0DB-9FEC-474C-8398-F83056D49345}" destId="{9773C5FA-CFF5-4924-8500-BB7E3E9E28EC}" srcOrd="0" destOrd="0" parTransId="{35703F6E-B704-49A1-92BE-87CEFCA169C6}" sibTransId="{FAD80546-2062-49B3-A2F0-01B163EEB069}"/>
    <dgm:cxn modelId="{42FD3A0D-C206-4DB7-BDEE-ECDF64645C99}" type="presOf" srcId="{E529793A-61AA-437F-A58E-4A3FAEBE60B9}" destId="{3D032A54-B5DA-4032-8BE1-362DB37E23FD}" srcOrd="1" destOrd="0" presId="urn:microsoft.com/office/officeart/2005/8/layout/orgChart1"/>
    <dgm:cxn modelId="{62E40C0F-1C3C-4833-A978-1CE1B790D4D1}" type="presOf" srcId="{73CDAA4C-6033-4886-BCB7-A101B8972E47}" destId="{49A63A43-1A59-4C04-B0A9-3CDABB8E8BE6}" srcOrd="1" destOrd="0" presId="urn:microsoft.com/office/officeart/2005/8/layout/orgChart1"/>
    <dgm:cxn modelId="{A267F513-B9B0-4535-A707-22B96A565214}" type="presOf" srcId="{538639D0-EEDC-4F42-9DEF-648BC56196E9}" destId="{842F3502-341B-4DC0-ABA4-3DF087EF38B6}" srcOrd="0" destOrd="0" presId="urn:microsoft.com/office/officeart/2005/8/layout/orgChart1"/>
    <dgm:cxn modelId="{F8B78518-6962-4F2A-89E1-716B0006707A}" type="presOf" srcId="{538639D0-EEDC-4F42-9DEF-648BC56196E9}" destId="{0D7DCEBB-CE33-49E1-9B4B-BB3A8A435FE1}" srcOrd="1" destOrd="0" presId="urn:microsoft.com/office/officeart/2005/8/layout/orgChart1"/>
    <dgm:cxn modelId="{2EAE951C-AA93-4B73-A49E-C4235C4762E2}" type="presOf" srcId="{BC08C8E6-A1D7-4D5D-AA6F-FC31026A75D6}" destId="{7168BE4B-64C7-4AB7-8577-FF3E7D690DCC}" srcOrd="0" destOrd="0" presId="urn:microsoft.com/office/officeart/2005/8/layout/orgChart1"/>
    <dgm:cxn modelId="{F5E24E20-E072-430A-AE41-2266F6154867}" type="presOf" srcId="{39F976CE-29D0-4479-9D84-640F19EBA8EB}" destId="{A5B238B4-84C3-4A79-8AC7-9264766F94ED}" srcOrd="1" destOrd="0" presId="urn:microsoft.com/office/officeart/2005/8/layout/orgChart1"/>
    <dgm:cxn modelId="{B8246D21-BA6E-4B91-AE01-77D51BEA5626}" type="presOf" srcId="{C4736689-808C-493C-9B9B-904A75ED3291}" destId="{9A50FAD9-E074-44FA-81C7-C034E961CDEC}" srcOrd="0" destOrd="0" presId="urn:microsoft.com/office/officeart/2005/8/layout/orgChart1"/>
    <dgm:cxn modelId="{23942124-AA2F-48F6-A4F8-3DAF9860A598}" type="presOf" srcId="{9773C5FA-CFF5-4924-8500-BB7E3E9E28EC}" destId="{D6694C1E-8918-4F7B-B3AC-2748C33AD189}" srcOrd="0" destOrd="0" presId="urn:microsoft.com/office/officeart/2005/8/layout/orgChart1"/>
    <dgm:cxn modelId="{F95A0925-5C6D-497B-B1CF-A97997A86DC4}" type="presOf" srcId="{BBBE8600-3576-46AB-8791-08CF7B209E48}" destId="{689B626A-E270-43E2-937D-2C69209CBE7F}" srcOrd="0" destOrd="0" presId="urn:microsoft.com/office/officeart/2005/8/layout/orgChart1"/>
    <dgm:cxn modelId="{A7407F25-7790-402A-8D83-A9C675A21973}" type="presOf" srcId="{8E209057-A9D5-4820-A5A9-B9FB5047C033}" destId="{B68AE5B8-C78A-43F7-8ADD-3AA790B680FB}" srcOrd="0" destOrd="0" presId="urn:microsoft.com/office/officeart/2005/8/layout/orgChart1"/>
    <dgm:cxn modelId="{EA086527-99CC-441E-A702-76A47F0D79AA}" type="presOf" srcId="{860CEE40-C05B-47A2-858C-5081E32F22C5}" destId="{65C4313C-FF3D-4DB2-90DB-6F103AD36890}" srcOrd="0" destOrd="0" presId="urn:microsoft.com/office/officeart/2005/8/layout/orgChart1"/>
    <dgm:cxn modelId="{A3B9CB27-859B-451E-89C5-73915998CC0C}" srcId="{4C196FF5-6487-4BDD-B90F-5CF193E77BE1}" destId="{08BD73F4-05C2-48C0-ACCB-90040FFBF8BD}" srcOrd="0" destOrd="0" parTransId="{2C28DC86-2B4C-4614-ABBF-8A50823AE95E}" sibTransId="{D0BBBB2D-EEAE-436C-A1A9-021180B51C79}"/>
    <dgm:cxn modelId="{05A4782A-179F-4A4B-8961-597317A4C196}" type="presOf" srcId="{8598B5BE-4887-48FB-8469-7DD399DF155C}" destId="{54EC11D4-CC7A-44F3-A05E-5EC8FD3F544E}" srcOrd="1" destOrd="0" presId="urn:microsoft.com/office/officeart/2005/8/layout/orgChart1"/>
    <dgm:cxn modelId="{243DAB2A-15F8-4A98-A56F-48261E55B323}" type="presOf" srcId="{FB5BCBF1-8612-4D40-8963-43B1EACB6525}" destId="{FFD5AAD6-91F8-4C49-A7BB-6B693521A7B6}" srcOrd="0" destOrd="0" presId="urn:microsoft.com/office/officeart/2005/8/layout/orgChart1"/>
    <dgm:cxn modelId="{DFE34E2B-E1A8-45B6-9ACE-7B70B5F0D301}" type="presOf" srcId="{8598B5BE-4887-48FB-8469-7DD399DF155C}" destId="{FE31FBB8-3D0F-4538-8ED8-313A09E3AFEF}" srcOrd="0" destOrd="0" presId="urn:microsoft.com/office/officeart/2005/8/layout/orgChart1"/>
    <dgm:cxn modelId="{D245612D-D9FD-421F-A01F-B8D9FE90531C}" srcId="{73CDAA4C-6033-4886-BCB7-A101B8972E47}" destId="{8CAA95D5-0DFF-496F-A84D-E49DC4B1D01C}" srcOrd="5" destOrd="0" parTransId="{C4736689-808C-493C-9B9B-904A75ED3291}" sibTransId="{55F0C9A1-10ED-4BCD-8B86-E2787342CE1B}"/>
    <dgm:cxn modelId="{9B612F2E-6876-4B49-A4D3-13939D58A2F2}" type="presOf" srcId="{395EBAE3-EC89-4AC0-ACF5-9FD8C7695FB5}" destId="{54DBA53B-BD7B-45BD-8B1F-83481FA8F927}" srcOrd="0" destOrd="0" presId="urn:microsoft.com/office/officeart/2005/8/layout/orgChart1"/>
    <dgm:cxn modelId="{CC3D7C34-1C7C-4A9C-84C2-6276B33BC276}" type="presOf" srcId="{A70EE71E-9A57-4D8E-B1AA-1A75E19EA4E9}" destId="{B6F60D23-954D-4811-A869-B96167E914D7}" srcOrd="0" destOrd="0" presId="urn:microsoft.com/office/officeart/2005/8/layout/orgChart1"/>
    <dgm:cxn modelId="{93561236-498B-42DB-8F55-A21A64CF53AF}" type="presOf" srcId="{836EB0A7-006E-4D8A-AA66-32432E1AD60F}" destId="{50FE2A3E-1E83-4359-9FE8-9579A25459F9}" srcOrd="0" destOrd="0" presId="urn:microsoft.com/office/officeart/2005/8/layout/orgChart1"/>
    <dgm:cxn modelId="{25B82236-3FA2-4F15-A7A1-1FF84BA265AB}" type="presOf" srcId="{8E41D8C9-D527-44A4-BB97-104DA8292AB9}" destId="{CD49356A-8874-4206-BA8C-2B8941AB16E3}" srcOrd="1" destOrd="0" presId="urn:microsoft.com/office/officeart/2005/8/layout/orgChart1"/>
    <dgm:cxn modelId="{286E3137-3F5B-4FEE-A956-3A35C63E83BD}" type="presOf" srcId="{9119C85D-1822-4846-BA2F-D36BA40E3090}" destId="{1DE2E852-17A2-4AEF-A228-C6472406137C}" srcOrd="1" destOrd="0" presId="urn:microsoft.com/office/officeart/2005/8/layout/orgChart1"/>
    <dgm:cxn modelId="{10F9243A-F217-4A09-98AF-7343D9F03668}" type="presOf" srcId="{F974990E-AA57-4166-92E4-3FA638074133}" destId="{76A717C6-5D68-4728-8EC4-72918901DD64}" srcOrd="0" destOrd="0" presId="urn:microsoft.com/office/officeart/2005/8/layout/orgChart1"/>
    <dgm:cxn modelId="{068D1C3B-0842-4701-8DAA-17F10B4D81EA}" type="presOf" srcId="{4C3EF2D8-23E1-4999-825E-137C6BBEDA34}" destId="{3BBE47F7-B692-4A0B-BA58-4A3BCE7AA01C}" srcOrd="0" destOrd="0" presId="urn:microsoft.com/office/officeart/2005/8/layout/orgChart1"/>
    <dgm:cxn modelId="{9227073D-66E7-4605-B078-FAC1043F71A4}" type="presOf" srcId="{92101DF7-4027-468C-8376-DE2D6D72CC2D}" destId="{32205465-5B35-4CD5-B081-26287A775C6A}" srcOrd="0" destOrd="0" presId="urn:microsoft.com/office/officeart/2005/8/layout/orgChart1"/>
    <dgm:cxn modelId="{F1CED140-2059-4A20-8A98-420C19442586}" srcId="{BC08C8E6-A1D7-4D5D-AA6F-FC31026A75D6}" destId="{18D2DD82-056D-4EBE-B11E-7E75384B4858}" srcOrd="0" destOrd="0" parTransId="{C86A5184-089D-4273-B9EC-91F6CFC5E78D}" sibTransId="{67B477EA-C8DE-4FD3-9A90-DCCA9C89BB6A}"/>
    <dgm:cxn modelId="{2A06AE5B-3839-43E0-AD3E-4E6AB670BB48}" type="presOf" srcId="{FEB9551F-B3BC-4432-B467-DDACCEBDC2E2}" destId="{52A36EEF-CEBE-4C0E-A50E-EF9A423A3807}" srcOrd="1" destOrd="0" presId="urn:microsoft.com/office/officeart/2005/8/layout/orgChart1"/>
    <dgm:cxn modelId="{864A485F-3460-46A5-A40E-014F1C29FEFA}" srcId="{538639D0-EEDC-4F42-9DEF-648BC56196E9}" destId="{9119C85D-1822-4846-BA2F-D36BA40E3090}" srcOrd="0" destOrd="0" parTransId="{BBBE8600-3576-46AB-8791-08CF7B209E48}" sibTransId="{2D1B714E-3254-4D6E-8F44-3D3D03401223}"/>
    <dgm:cxn modelId="{CEAA0042-3BA8-42B3-9843-0C9673DCAE32}" type="presOf" srcId="{75167CF1-62FA-4C73-B601-AFE61A85EDF9}" destId="{95217F92-5A85-4EA1-9191-588D9086AB9F}" srcOrd="0" destOrd="0" presId="urn:microsoft.com/office/officeart/2005/8/layout/orgChart1"/>
    <dgm:cxn modelId="{A9019A62-7F9B-468E-A611-A72308D20451}" type="presOf" srcId="{C6BB261A-FBCB-4B20-92B3-C82356D63B96}" destId="{60C2A81D-6CC7-4653-B361-321BB7BBB028}" srcOrd="0" destOrd="0" presId="urn:microsoft.com/office/officeart/2005/8/layout/orgChart1"/>
    <dgm:cxn modelId="{889B7365-6817-4364-9623-E9EE76434E3A}" type="presOf" srcId="{555A4E47-604B-4B72-9EC2-F992F13C825F}" destId="{EC1A36B2-1AAE-4283-B4A4-310FA0FF9F60}" srcOrd="0" destOrd="0" presId="urn:microsoft.com/office/officeart/2005/8/layout/orgChart1"/>
    <dgm:cxn modelId="{2852DD65-97AC-453C-915F-99E9E057CFA1}" srcId="{538639D0-EEDC-4F42-9DEF-648BC56196E9}" destId="{DDD0FAD1-9086-4354-A570-20EA91D5FA64}" srcOrd="1" destOrd="0" parTransId="{B126AD05-00EC-426E-8E0F-C7914F9054B2}" sibTransId="{1074B4AB-6948-47F1-B3CA-C8EEF38BF212}"/>
    <dgm:cxn modelId="{3B8C0B66-D4C5-428F-81ED-DEF6A884C290}" srcId="{1186679A-7A14-43A6-9BF3-80D6DC518AFA}" destId="{03FB11A3-4757-4E78-8412-A992012C71FC}" srcOrd="0" destOrd="0" parTransId="{5E23DCA4-1F47-40DF-8AC7-95B6656249C7}" sibTransId="{6A1EACE4-B60C-4482-9C7C-301FD5976013}"/>
    <dgm:cxn modelId="{586E2066-39E6-435B-B41E-2DEC9E17CFFE}" type="presOf" srcId="{58DF2031-46D0-4F0F-AFC1-7AFF613E4D61}" destId="{16EBF284-AEDB-4B72-B673-F2F197BAB2B5}" srcOrd="0" destOrd="0" presId="urn:microsoft.com/office/officeart/2005/8/layout/orgChart1"/>
    <dgm:cxn modelId="{63897767-E292-4655-9953-E9D2C9C53726}" type="presOf" srcId="{B2248237-2B96-40FE-BB30-4ACF5FD187B6}" destId="{51848BB4-ECA6-4694-8CEF-D858183A2B9E}" srcOrd="1" destOrd="0" presId="urn:microsoft.com/office/officeart/2005/8/layout/orgChart1"/>
    <dgm:cxn modelId="{F7E15747-0754-4F69-B306-6D3467AFD550}" type="presOf" srcId="{4A5A515F-0289-4F4B-8E5E-6ABC1B9E4E3C}" destId="{ADCD1108-11A5-468C-9ABF-C1942A0AE05B}" srcOrd="0" destOrd="0" presId="urn:microsoft.com/office/officeart/2005/8/layout/orgChart1"/>
    <dgm:cxn modelId="{7AD6C347-F4CE-46A1-8FBB-D521CFE120FE}" type="presOf" srcId="{225F5C04-DE8D-4186-985E-E283E75A8348}" destId="{0EB0B653-658A-4A3A-B154-0F548512F165}" srcOrd="0" destOrd="0" presId="urn:microsoft.com/office/officeart/2005/8/layout/orgChart1"/>
    <dgm:cxn modelId="{AD939048-D16D-4A99-BD31-EEBFFF5D75C3}" type="presOf" srcId="{8C198A3F-6CF6-4D2D-94F3-7EB6242173D6}" destId="{FA023AC4-EC83-427B-8DC0-C093368C6A47}" srcOrd="1" destOrd="0" presId="urn:microsoft.com/office/officeart/2005/8/layout/orgChart1"/>
    <dgm:cxn modelId="{E482F74A-9331-4C35-8DE6-52E6D1B7E819}" srcId="{9773C5FA-CFF5-4924-8500-BB7E3E9E28EC}" destId="{AEFB9A2F-4214-4F57-9F9A-46A1875DF300}" srcOrd="1" destOrd="0" parTransId="{A4882862-EA16-4EF0-8A04-05A35BE10496}" sibTransId="{7737C799-1A6B-4740-8269-C3EC5E59ABAF}"/>
    <dgm:cxn modelId="{693C436B-A6A6-4C1C-88BB-6572F8339804}" type="presOf" srcId="{B126AD05-00EC-426E-8E0F-C7914F9054B2}" destId="{4A6984D4-BE9B-4E96-8571-694F2A051647}" srcOrd="0" destOrd="0" presId="urn:microsoft.com/office/officeart/2005/8/layout/orgChart1"/>
    <dgm:cxn modelId="{1EAAB04B-5A94-4020-8278-DBD4EBB578B6}" type="presOf" srcId="{4C196FF5-6487-4BDD-B90F-5CF193E77BE1}" destId="{04CBB25B-A0DD-4BFC-A636-F55C540E3406}" srcOrd="1" destOrd="0" presId="urn:microsoft.com/office/officeart/2005/8/layout/orgChart1"/>
    <dgm:cxn modelId="{D1B8D14C-ED05-4D77-83B1-F9513A7DCD40}" type="presOf" srcId="{780E98D6-78AB-47B8-B9F8-C3EE48FABC6C}" destId="{DEAAA468-9640-4126-A86A-267B0BC10FDF}" srcOrd="0" destOrd="0" presId="urn:microsoft.com/office/officeart/2005/8/layout/orgChart1"/>
    <dgm:cxn modelId="{9A538A4F-0342-49D9-B0E7-AE538CA09F7D}" type="presOf" srcId="{F3DF4360-77A1-4FC8-B05C-462F202005FB}" destId="{F43570F7-0162-4B8A-88F0-17EF0ACABC37}" srcOrd="0" destOrd="0" presId="urn:microsoft.com/office/officeart/2005/8/layout/orgChart1"/>
    <dgm:cxn modelId="{E1B48C4F-8BBE-4818-83D2-FA0CEB83DDC0}" type="presOf" srcId="{9758B562-24FE-46A2-B891-9F1D00E3111F}" destId="{885BFF9A-1A5E-443F-A878-257348AB3A36}" srcOrd="0" destOrd="0" presId="urn:microsoft.com/office/officeart/2005/8/layout/orgChart1"/>
    <dgm:cxn modelId="{BC8E1770-C626-4E7B-ABE5-AAA100B69D9D}" srcId="{8E41D8C9-D527-44A4-BB97-104DA8292AB9}" destId="{73F7689F-0A6C-41CF-942F-2EEFB9D2C66B}" srcOrd="0" destOrd="0" parTransId="{F9103632-EE8B-429D-8537-4488B78D021A}" sibTransId="{57C6CACD-6850-4FEB-AB64-C4CEF945005A}"/>
    <dgm:cxn modelId="{B9FFD252-6891-4944-81A9-4317F2BDC6C1}" type="presOf" srcId="{AEFB9A2F-4214-4F57-9F9A-46A1875DF300}" destId="{40EE76D3-5323-42E0-8D44-F7584F4CDD83}" srcOrd="0" destOrd="0" presId="urn:microsoft.com/office/officeart/2005/8/layout/orgChart1"/>
    <dgm:cxn modelId="{1964E753-211D-4690-B898-7E5FBF2356DC}" type="presOf" srcId="{C86A5184-089D-4273-B9EC-91F6CFC5E78D}" destId="{D4F8C19B-391E-4940-846A-37DA5C35E7BF}" srcOrd="0" destOrd="0" presId="urn:microsoft.com/office/officeart/2005/8/layout/orgChart1"/>
    <dgm:cxn modelId="{29C8E753-0F81-4BFA-B90A-0291B2D17BED}" type="presOf" srcId="{1D228C9B-F15D-4AA1-9D2C-E38CC2C0C949}" destId="{DD60D982-9FC0-41A0-A184-755FE0D2E514}" srcOrd="1" destOrd="0" presId="urn:microsoft.com/office/officeart/2005/8/layout/orgChart1"/>
    <dgm:cxn modelId="{DF6D9477-E17C-487A-A4CD-83494C3525E2}" type="presOf" srcId="{C26BB2F2-8012-4871-B4BC-B2FD4929B2C2}" destId="{A4562EA9-ACF6-4807-9611-3120626A962C}" srcOrd="0" destOrd="0" presId="urn:microsoft.com/office/officeart/2005/8/layout/orgChart1"/>
    <dgm:cxn modelId="{9249CE77-DAC0-4F97-BEF2-E2E4B5D17381}" srcId="{9773C5FA-CFF5-4924-8500-BB7E3E9E28EC}" destId="{58DF2031-46D0-4F0F-AFC1-7AFF613E4D61}" srcOrd="2" destOrd="0" parTransId="{5B307528-8EF9-4A37-815E-DB497F810EF2}" sibTransId="{22FA7CA0-04B6-4E91-B25C-41787DEAC826}"/>
    <dgm:cxn modelId="{BBE7E977-16BD-48C9-94D2-3D376DB08787}" type="presOf" srcId="{395EBAE3-EC89-4AC0-ACF5-9FD8C7695FB5}" destId="{DFBFF112-0EBD-4D3D-9825-EE83026C52A6}" srcOrd="1" destOrd="0" presId="urn:microsoft.com/office/officeart/2005/8/layout/orgChart1"/>
    <dgm:cxn modelId="{6DD90158-7F59-49B7-B2D3-6D227C6A145A}" type="presOf" srcId="{18D2DD82-056D-4EBE-B11E-7E75384B4858}" destId="{0B45592E-2CA3-47AA-ADBE-E12DED6B5319}" srcOrd="1" destOrd="0" presId="urn:microsoft.com/office/officeart/2005/8/layout/orgChart1"/>
    <dgm:cxn modelId="{808D685A-57CA-4FEA-A76F-1FC0B9EC313B}" type="presOf" srcId="{143B60AE-7C0D-4361-BC46-1CA03EB467AE}" destId="{BD036290-BE8B-4F01-AF83-173967736EBE}" srcOrd="0" destOrd="0" presId="urn:microsoft.com/office/officeart/2005/8/layout/orgChart1"/>
    <dgm:cxn modelId="{3B2D827A-717C-40CB-ABA1-4C69E70A020D}" type="presOf" srcId="{FC2143C2-7177-4866-BCE0-0ECC7507B88B}" destId="{B7BF15B9-C41E-4B61-ABBB-D6B31AAB146D}" srcOrd="1" destOrd="0" presId="urn:microsoft.com/office/officeart/2005/8/layout/orgChart1"/>
    <dgm:cxn modelId="{2AF92980-E9F1-4CBC-92B2-4D45A3E3639D}" srcId="{9773C5FA-CFF5-4924-8500-BB7E3E9E28EC}" destId="{6CF1FF02-A5AA-4361-935A-1EE34652383D}" srcOrd="3" destOrd="0" parTransId="{9758B562-24FE-46A2-B891-9F1D00E3111F}" sibTransId="{6235FF78-BC31-4F97-8A59-DD587927D222}"/>
    <dgm:cxn modelId="{89E2D081-8FCA-4746-9BCD-29F41C8FA5E3}" srcId="{FEB9551F-B3BC-4432-B467-DDACCEBDC2E2}" destId="{C26BB2F2-8012-4871-B4BC-B2FD4929B2C2}" srcOrd="1" destOrd="0" parTransId="{4C3EF2D8-23E1-4999-825E-137C6BBEDA34}" sibTransId="{92889635-EE6D-4229-BD26-ABE87642C559}"/>
    <dgm:cxn modelId="{30A32785-D93F-401D-BA78-0A36A53E508C}" type="presOf" srcId="{9465EA84-E17E-4955-9B52-5BB9191C7A60}" destId="{0C9F4EBF-C3FD-4202-A3A1-21F9BB3AB0DC}" srcOrd="0" destOrd="0" presId="urn:microsoft.com/office/officeart/2005/8/layout/orgChart1"/>
    <dgm:cxn modelId="{4203A385-A1D1-4EE0-A252-D8BCF4873830}" type="presOf" srcId="{EFE1CD9D-2858-4A1A-9145-6A472F0FCF9E}" destId="{82B153B9-A128-41A5-A704-1C0EFF2EDF33}" srcOrd="1" destOrd="0" presId="urn:microsoft.com/office/officeart/2005/8/layout/orgChart1"/>
    <dgm:cxn modelId="{1F97AE85-C833-4FCA-B9FA-A9350ED0FE54}" type="presOf" srcId="{19C2F0D7-9734-4B57-850D-84849123EFCC}" destId="{73A7720E-DC29-43DC-8213-A307591E9089}" srcOrd="0" destOrd="0" presId="urn:microsoft.com/office/officeart/2005/8/layout/orgChart1"/>
    <dgm:cxn modelId="{9E2DB586-09C5-42AE-820B-5FBB037EA900}" srcId="{DF42C8C3-2B71-4408-9635-7793949E7155}" destId="{8598B5BE-4887-48FB-8469-7DD399DF155C}" srcOrd="0" destOrd="0" parTransId="{438B3732-FB2A-4974-957F-5B0E5E4C3AAD}" sibTransId="{7B420C73-ADED-4096-9BB3-CD7251C2B8A2}"/>
    <dgm:cxn modelId="{98A09787-4CB5-429E-937C-84125DB35855}" type="presOf" srcId="{8CAA95D5-0DFF-496F-A84D-E49DC4B1D01C}" destId="{E918C54D-94A7-4CC9-B37B-FBEC709E79ED}" srcOrd="1" destOrd="0" presId="urn:microsoft.com/office/officeart/2005/8/layout/orgChart1"/>
    <dgm:cxn modelId="{9133A587-DA1F-4B8D-A482-3F0A6B5280FA}" type="presOf" srcId="{DDD0FAD1-9086-4354-A570-20EA91D5FA64}" destId="{977EC86E-E076-4F30-BB16-B3AED5A296F7}" srcOrd="0" destOrd="0" presId="urn:microsoft.com/office/officeart/2005/8/layout/orgChart1"/>
    <dgm:cxn modelId="{FF27228A-73D3-4A6F-AF0B-197B928CBF79}" type="presOf" srcId="{12940D1E-8EB7-4770-BA6E-EEDB03ED1A93}" destId="{F3C91B2E-551C-429C-8FBF-AFA1AEF8A9C1}" srcOrd="0" destOrd="0" presId="urn:microsoft.com/office/officeart/2005/8/layout/orgChart1"/>
    <dgm:cxn modelId="{1F53408A-CBE7-419E-865B-70231F719976}" type="presOf" srcId="{19C2F0D7-9734-4B57-850D-84849123EFCC}" destId="{F96A2D58-87EA-4020-AC37-32AC3EC62B20}" srcOrd="1" destOrd="0" presId="urn:microsoft.com/office/officeart/2005/8/layout/orgChart1"/>
    <dgm:cxn modelId="{18615E8A-4159-4139-A5B5-46E8B226F65A}" type="presOf" srcId="{DF42C8C3-2B71-4408-9635-7793949E7155}" destId="{604794B7-911B-4637-A00F-301CDA89790B}" srcOrd="0" destOrd="0" presId="urn:microsoft.com/office/officeart/2005/8/layout/orgChart1"/>
    <dgm:cxn modelId="{707C3F8C-C03F-4926-A720-EC37B7843756}" type="presOf" srcId="{2A5AD12C-E104-425B-BCEA-987A7D3A10A6}" destId="{A6598E5F-06F9-4B3D-8495-067BEB4E139F}" srcOrd="0" destOrd="0" presId="urn:microsoft.com/office/officeart/2005/8/layout/orgChart1"/>
    <dgm:cxn modelId="{18FFCC8C-CE6E-4939-B4F2-2A3E43400219}" srcId="{DFF5E0B2-5519-487D-9A4D-3B4425C7C97A}" destId="{EFE1CD9D-2858-4A1A-9145-6A472F0FCF9E}" srcOrd="1" destOrd="0" parTransId="{D5FA641C-DA42-432E-9C0B-6E62ED42C251}" sibTransId="{42F58449-692F-4114-A223-9F9257E073FA}"/>
    <dgm:cxn modelId="{5009648D-7A3D-40D9-BC94-75FFD3537897}" srcId="{73CDAA4C-6033-4886-BCB7-A101B8972E47}" destId="{A70EE71E-9A57-4D8E-B1AA-1A75E19EA4E9}" srcOrd="8" destOrd="0" parTransId="{2A5AD12C-E104-425B-BCEA-987A7D3A10A6}" sibTransId="{E1442451-0833-4016-9AA7-0ADE9E4520EB}"/>
    <dgm:cxn modelId="{171B9C91-2F5F-40F5-9514-537EC8DD3F84}" type="presOf" srcId="{8E41D8C9-D527-44A4-BB97-104DA8292AB9}" destId="{3366A2E8-3F24-4834-98CA-1439ECC4ED4A}" srcOrd="0" destOrd="0" presId="urn:microsoft.com/office/officeart/2005/8/layout/orgChart1"/>
    <dgm:cxn modelId="{18309D92-9685-4CF9-BDEE-25EF35A9135D}" type="presOf" srcId="{9119C85D-1822-4846-BA2F-D36BA40E3090}" destId="{23E0C35A-063C-447A-A5AE-9B4D037A8206}" srcOrd="0" destOrd="0" presId="urn:microsoft.com/office/officeart/2005/8/layout/orgChart1"/>
    <dgm:cxn modelId="{A951D692-BC0A-44F1-8E89-AF6ABC485745}" type="presOf" srcId="{35703F6E-B704-49A1-92BE-87CEFCA169C6}" destId="{C168E755-47AB-4229-9659-96E4D5684C46}" srcOrd="0" destOrd="0" presId="urn:microsoft.com/office/officeart/2005/8/layout/orgChart1"/>
    <dgm:cxn modelId="{6DACA793-CED9-4A45-9065-74A1EA23AA74}" type="presOf" srcId="{A4882862-EA16-4EF0-8A04-05A35BE10496}" destId="{9D72D059-D2BA-418E-A237-A0317A0C6BEC}" srcOrd="0" destOrd="0" presId="urn:microsoft.com/office/officeart/2005/8/layout/orgChart1"/>
    <dgm:cxn modelId="{F2921894-C512-4542-8D54-3E94392464B1}" type="presOf" srcId="{53864CFA-2456-4420-A997-1CA252E044BE}" destId="{0C78B7FF-EC89-4181-91D7-3E5984C1D92B}" srcOrd="0" destOrd="0" presId="urn:microsoft.com/office/officeart/2005/8/layout/orgChart1"/>
    <dgm:cxn modelId="{60FB9894-6FD6-493F-8B79-ED9FA9E96FF0}" srcId="{03FB11A3-4757-4E78-8412-A992012C71FC}" destId="{BC08C8E6-A1D7-4D5D-AA6F-FC31026A75D6}" srcOrd="0" destOrd="0" parTransId="{FCE7244A-266D-433D-AF40-D1227CC2F2A2}" sibTransId="{CF397FAE-0D1D-402F-9B1D-ED2E0C21F167}"/>
    <dgm:cxn modelId="{3443CB94-ED3F-4EA6-A23E-721D87001FD5}" type="presOf" srcId="{283D65BB-B26B-4FE0-A698-763DEE5E4D14}" destId="{C93B9FFB-11E3-47CB-9831-28DA24319EA5}" srcOrd="0" destOrd="0" presId="urn:microsoft.com/office/officeart/2005/8/layout/orgChart1"/>
    <dgm:cxn modelId="{FD5C7C95-AFCB-4A8A-BA74-88AFFAECFB3C}" type="presOf" srcId="{FCE7244A-266D-433D-AF40-D1227CC2F2A2}" destId="{332D3A9B-4400-4B18-8294-921AAFC93269}" srcOrd="0" destOrd="0" presId="urn:microsoft.com/office/officeart/2005/8/layout/orgChart1"/>
    <dgm:cxn modelId="{15B81D98-5934-4300-A079-E5074109A20C}" type="presOf" srcId="{5E23DCA4-1F47-40DF-8AC7-95B6656249C7}" destId="{283BFB3B-80CB-418A-94FF-00D43FED2B67}" srcOrd="0" destOrd="0" presId="urn:microsoft.com/office/officeart/2005/8/layout/orgChart1"/>
    <dgm:cxn modelId="{60B2909A-1A99-405E-93EF-ADC616FB54FC}" type="presOf" srcId="{4C196FF5-6487-4BDD-B90F-5CF193E77BE1}" destId="{68217BAE-E404-4FFA-BAD5-0813D8F3CC68}" srcOrd="0" destOrd="0" presId="urn:microsoft.com/office/officeart/2005/8/layout/orgChart1"/>
    <dgm:cxn modelId="{4CDBAB9B-93DC-48AB-B246-37E4E6010442}" type="presOf" srcId="{DDD0FAD1-9086-4354-A570-20EA91D5FA64}" destId="{24701AEA-F3D3-457E-95C7-8D73B24A2088}" srcOrd="1" destOrd="0" presId="urn:microsoft.com/office/officeart/2005/8/layout/orgChart1"/>
    <dgm:cxn modelId="{4A6A5A9C-257B-4EB6-AE23-71C57E1A4F38}" type="presOf" srcId="{F9103632-EE8B-429D-8537-4488B78D021A}" destId="{E6647ED1-E118-4050-A8CF-89A5B611BBDA}" srcOrd="0" destOrd="0" presId="urn:microsoft.com/office/officeart/2005/8/layout/orgChart1"/>
    <dgm:cxn modelId="{521B769E-E83A-4EA4-9A66-1C9690EBD433}" type="presOf" srcId="{FE6CF9FB-F301-4DB4-BB85-7793ED11B8C3}" destId="{94E1DD9B-AE09-4E72-95A9-747293A79B62}" srcOrd="0" destOrd="0" presId="urn:microsoft.com/office/officeart/2005/8/layout/orgChart1"/>
    <dgm:cxn modelId="{5D06A19E-D7A3-4305-8F26-6ACDB5E64AFA}" type="presOf" srcId="{2AE341DD-28C9-4BE1-9ED4-351DA63116AD}" destId="{84F5AB07-0C39-4893-A920-57594158BD9B}" srcOrd="0" destOrd="0" presId="urn:microsoft.com/office/officeart/2005/8/layout/orgChart1"/>
    <dgm:cxn modelId="{41B80BA0-3B8C-434D-9357-7BCA7F13E7EE}" type="presOf" srcId="{550E5FA8-F911-42DF-9BB9-E13934C043AD}" destId="{0B91E842-9947-49F4-B3D4-8D1114B77A65}" srcOrd="1" destOrd="0" presId="urn:microsoft.com/office/officeart/2005/8/layout/orgChart1"/>
    <dgm:cxn modelId="{661F48A1-FDDB-4C75-B8A7-6E4382FF4712}" srcId="{C6BB261A-FBCB-4B20-92B3-C82356D63B96}" destId="{283D65BB-B26B-4FE0-A698-763DEE5E4D14}" srcOrd="0" destOrd="0" parTransId="{C5182191-4A2D-4699-8F7D-EEE2EC94C08C}" sibTransId="{A7F269B0-63B4-44BE-9D2E-64C407F381B5}"/>
    <dgm:cxn modelId="{832F3EA2-24AB-4640-9AEB-4E0DFB83DF57}" srcId="{03FB11A3-4757-4E78-8412-A992012C71FC}" destId="{39F976CE-29D0-4479-9D84-640F19EBA8EB}" srcOrd="1" destOrd="0" parTransId="{959B4883-7DF3-45C2-9F6E-65A088220ECC}" sibTransId="{DD5AB577-DABD-47A1-B3BF-AA288CC464C3}"/>
    <dgm:cxn modelId="{929CE6A3-6317-47CB-810E-6598F4F68195}" type="presOf" srcId="{B2248237-2B96-40FE-BB30-4ACF5FD187B6}" destId="{1A59AF9D-BD67-4141-AABC-B9AE01198721}" srcOrd="0" destOrd="0" presId="urn:microsoft.com/office/officeart/2005/8/layout/orgChart1"/>
    <dgm:cxn modelId="{538BC6A4-FDAD-4A67-995F-6FF6989D1057}" type="presOf" srcId="{283D65BB-B26B-4FE0-A698-763DEE5E4D14}" destId="{BCD7F3CD-F995-434B-BA2E-A93D841E4333}" srcOrd="1" destOrd="0" presId="urn:microsoft.com/office/officeart/2005/8/layout/orgChart1"/>
    <dgm:cxn modelId="{0A5EE8A4-0C63-4372-AE13-8CAF9EBDA601}" type="presOf" srcId="{2C28DC86-2B4C-4614-ABBF-8A50823AE95E}" destId="{E623131C-0DEA-4D09-8BB7-6032B894D86B}" srcOrd="0" destOrd="0" presId="urn:microsoft.com/office/officeart/2005/8/layout/orgChart1"/>
    <dgm:cxn modelId="{1AF97DA6-8315-4A80-97A9-387DA3128F76}" type="presOf" srcId="{1936D536-ECE8-4222-957F-3C12C76BC2CC}" destId="{B3612F3D-EF39-4996-9BD7-3BF3168BC42C}" srcOrd="0" destOrd="0" presId="urn:microsoft.com/office/officeart/2005/8/layout/orgChart1"/>
    <dgm:cxn modelId="{0052C0A6-AC22-46BE-A764-4D1E7D038547}" type="presOf" srcId="{E0B3F0DB-9FEC-474C-8398-F83056D49345}" destId="{8F7270DC-5F4B-490A-88A0-247FCD08AF8F}" srcOrd="0" destOrd="0" presId="urn:microsoft.com/office/officeart/2005/8/layout/orgChart1"/>
    <dgm:cxn modelId="{1F8DD7A8-D53B-422E-8AD3-8B5B883A18CC}" type="presOf" srcId="{EFE1CD9D-2858-4A1A-9145-6A472F0FCF9E}" destId="{61F5DF98-D856-470B-9731-30304F93B349}" srcOrd="0" destOrd="0" presId="urn:microsoft.com/office/officeart/2005/8/layout/orgChart1"/>
    <dgm:cxn modelId="{75E6E3A8-C58A-4C97-89E6-7B9B79E09352}" srcId="{73CDAA4C-6033-4886-BCB7-A101B8972E47}" destId="{19C2F0D7-9734-4B57-850D-84849123EFCC}" srcOrd="9" destOrd="0" parTransId="{92101DF7-4027-468C-8376-DE2D6D72CC2D}" sibTransId="{B0FF51E6-034D-46C0-ADE0-18198EC620A5}"/>
    <dgm:cxn modelId="{BB7F62A9-7423-4390-B230-97EFB0ECE9AE}" type="presOf" srcId="{3CBBABF4-AE58-4789-922F-5ADF2B7EA72D}" destId="{1FFE4459-04CD-44CC-8982-5CEB685EBC97}" srcOrd="0" destOrd="0" presId="urn:microsoft.com/office/officeart/2005/8/layout/orgChart1"/>
    <dgm:cxn modelId="{667523AB-B64D-438E-B621-5FA8944E6FA5}" srcId="{7E948C7B-70FE-435C-BFE2-D175016B9EA8}" destId="{FEB9551F-B3BC-4432-B467-DDACCEBDC2E2}" srcOrd="0" destOrd="0" parTransId="{860CEE40-C05B-47A2-858C-5081E32F22C5}" sibTransId="{4CD9ECB4-1B30-48BE-83ED-69BA649AA4BF}"/>
    <dgm:cxn modelId="{DF363EAB-CAD3-4D03-A7B4-8EDCB51BDE51}" type="presOf" srcId="{F3DF4360-77A1-4FC8-B05C-462F202005FB}" destId="{96066443-D4E7-486C-8311-30944DF6EB15}" srcOrd="1" destOrd="0" presId="urn:microsoft.com/office/officeart/2005/8/layout/orgChart1"/>
    <dgm:cxn modelId="{0E137BAB-AB14-45BD-A063-31B268D59DE4}" srcId="{8598B5BE-4887-48FB-8469-7DD399DF155C}" destId="{4C196FF5-6487-4BDD-B90F-5CF193E77BE1}" srcOrd="0" destOrd="0" parTransId="{9465EA84-E17E-4955-9B52-5BB9191C7A60}" sibTransId="{DACC36CF-83B0-4118-A0F4-BAF1DC2BA43A}"/>
    <dgm:cxn modelId="{51AF85AC-DCCA-4F21-9ECD-6C0A4E801064}" type="presOf" srcId="{959B4883-7DF3-45C2-9F6E-65A088220ECC}" destId="{AACFAADE-E2D5-4913-8E8F-E03DA0D9F9F3}" srcOrd="0" destOrd="0" presId="urn:microsoft.com/office/officeart/2005/8/layout/orgChart1"/>
    <dgm:cxn modelId="{28345FAD-301E-4377-A489-354A5E1AC53D}" srcId="{DFF5E0B2-5519-487D-9A4D-3B4425C7C97A}" destId="{550E5FA8-F911-42DF-9BB9-E13934C043AD}" srcOrd="2" destOrd="0" parTransId="{F974990E-AA57-4166-92E4-3FA638074133}" sibTransId="{6C320EEA-4482-4B18-AB89-909E56B2741C}"/>
    <dgm:cxn modelId="{06CF6AAD-C585-41AE-AE9C-E8FAF0BA7216}" type="presOf" srcId="{C5182191-4A2D-4699-8F7D-EEE2EC94C08C}" destId="{56B26F46-B95E-4123-B77E-716B64F1AB53}" srcOrd="0" destOrd="0" presId="urn:microsoft.com/office/officeart/2005/8/layout/orgChart1"/>
    <dgm:cxn modelId="{006CD0AF-073F-45C2-A2B9-E7A9ACC81771}" type="presOf" srcId="{6CF1FF02-A5AA-4361-935A-1EE34652383D}" destId="{D0937F34-E19D-4073-BA3A-37EC25C2C67D}" srcOrd="1" destOrd="0" presId="urn:microsoft.com/office/officeart/2005/8/layout/orgChart1"/>
    <dgm:cxn modelId="{1CEBB7B0-5A58-401E-BD34-19E082E7A023}" type="presOf" srcId="{03FB11A3-4757-4E78-8412-A992012C71FC}" destId="{F55C97A7-710E-4A39-B69E-068ECC05B454}" srcOrd="0" destOrd="0" presId="urn:microsoft.com/office/officeart/2005/8/layout/orgChart1"/>
    <dgm:cxn modelId="{65A7C3B2-0147-4C9C-8F8C-7B52B35F3DD7}" type="presOf" srcId="{C26BB2F2-8012-4871-B4BC-B2FD4929B2C2}" destId="{14488BDF-710C-4035-B3DC-F4502489731B}" srcOrd="1" destOrd="0" presId="urn:microsoft.com/office/officeart/2005/8/layout/orgChart1"/>
    <dgm:cxn modelId="{207DFCB2-6AEA-4B96-B78F-D158F627D8B2}" type="presOf" srcId="{FEB9551F-B3BC-4432-B467-DDACCEBDC2E2}" destId="{0F243B2A-C713-4401-87A3-A3831FE32D19}" srcOrd="0" destOrd="0" presId="urn:microsoft.com/office/officeart/2005/8/layout/orgChart1"/>
    <dgm:cxn modelId="{44DD28B3-4D8F-4156-AF95-5D9FBFC2ACF8}" type="presOf" srcId="{BC08C8E6-A1D7-4D5D-AA6F-FC31026A75D6}" destId="{822E8F94-1921-4CA9-8632-9CBC01757153}" srcOrd="1" destOrd="0" presId="urn:microsoft.com/office/officeart/2005/8/layout/orgChart1"/>
    <dgm:cxn modelId="{397ACEB4-9037-47AA-87F3-3C11B3F24190}" type="presOf" srcId="{73F7689F-0A6C-41CF-942F-2EEFB9D2C66B}" destId="{16102997-5ADA-4A0C-A44F-D086B8463712}" srcOrd="1" destOrd="0" presId="urn:microsoft.com/office/officeart/2005/8/layout/orgChart1"/>
    <dgm:cxn modelId="{D706B6B7-4F12-4D3F-A61F-A1E70B2D57C2}" type="presOf" srcId="{1186679A-7A14-43A6-9BF3-80D6DC518AFA}" destId="{1AE293C6-8FCF-40F4-AC6E-F30EA519A66D}" srcOrd="1" destOrd="0" presId="urn:microsoft.com/office/officeart/2005/8/layout/orgChart1"/>
    <dgm:cxn modelId="{B7F04DB8-FEEF-40B4-8DD5-F56109062F31}" type="presOf" srcId="{8C198A3F-6CF6-4D2D-94F3-7EB6242173D6}" destId="{CA03923B-2F30-44AB-A63E-E38D0B5BB9C5}" srcOrd="0" destOrd="0" presId="urn:microsoft.com/office/officeart/2005/8/layout/orgChart1"/>
    <dgm:cxn modelId="{CE917EB8-CF12-4991-B23E-A6D734290C63}" type="presOf" srcId="{73CDAA4C-6033-4886-BCB7-A101B8972E47}" destId="{8766AF82-EF27-47DA-9177-2799997C1502}" srcOrd="0" destOrd="0" presId="urn:microsoft.com/office/officeart/2005/8/layout/orgChart1"/>
    <dgm:cxn modelId="{321393BA-7468-4D94-91B4-C0FFD5CD1492}" type="presOf" srcId="{7E948C7B-70FE-435C-BFE2-D175016B9EA8}" destId="{CA549609-1431-439C-A80C-0573BFE6C9E0}" srcOrd="0" destOrd="0" presId="urn:microsoft.com/office/officeart/2005/8/layout/orgChart1"/>
    <dgm:cxn modelId="{C25B33BB-FBF7-46B9-91F4-83E7F796704F}" type="presOf" srcId="{DFF5E0B2-5519-487D-9A4D-3B4425C7C97A}" destId="{FF12E030-4F9D-4306-8113-F1540E428ADC}" srcOrd="1" destOrd="0" presId="urn:microsoft.com/office/officeart/2005/8/layout/orgChart1"/>
    <dgm:cxn modelId="{94AAC5BC-85EC-4360-91E5-6F9EAB39A736}" type="presOf" srcId="{03FB11A3-4757-4E78-8412-A992012C71FC}" destId="{9FC9B6EA-06CD-459F-B813-656A47BF8B8B}" srcOrd="1" destOrd="0" presId="urn:microsoft.com/office/officeart/2005/8/layout/orgChart1"/>
    <dgm:cxn modelId="{E3BC93BD-4CC4-4FFA-8CEA-BEC083DD7CC2}" type="presOf" srcId="{C6BB261A-FBCB-4B20-92B3-C82356D63B96}" destId="{E231D937-3C0A-49B8-A034-7151CBC3FDD4}" srcOrd="1" destOrd="0" presId="urn:microsoft.com/office/officeart/2005/8/layout/orgChart1"/>
    <dgm:cxn modelId="{FCA4C4BD-85C3-4681-8FD3-8CBA92E49B5C}" srcId="{E529793A-61AA-437F-A58E-4A3FAEBE60B9}" destId="{538639D0-EEDC-4F42-9DEF-648BC56196E9}" srcOrd="0" destOrd="0" parTransId="{3CBBABF4-AE58-4789-922F-5ADF2B7EA72D}" sibTransId="{5C47A978-90AF-4552-BA13-B9CFFB97BE88}"/>
    <dgm:cxn modelId="{BF5E29BE-59BB-4555-92E7-B7236A2827D8}" srcId="{A70EE71E-9A57-4D8E-B1AA-1A75E19EA4E9}" destId="{1D228C9B-F15D-4AA1-9D2C-E38CC2C0C949}" srcOrd="0" destOrd="0" parTransId="{53864CFA-2456-4420-A997-1CA252E044BE}" sibTransId="{8F6EEAE2-7922-46BD-94DE-CE35F05347C1}"/>
    <dgm:cxn modelId="{AE8C47BE-2FED-43BE-888F-905D7D77BFEC}" type="presOf" srcId="{DF42C8C3-2B71-4408-9635-7793949E7155}" destId="{8CA0E559-19EF-4516-B485-EE102A880AB3}" srcOrd="1" destOrd="0" presId="urn:microsoft.com/office/officeart/2005/8/layout/orgChart1"/>
    <dgm:cxn modelId="{A7BBD5C0-9703-43B0-B0BA-7EC017113564}" type="presOf" srcId="{E0B3F0DB-9FEC-474C-8398-F83056D49345}" destId="{C9C93912-7AD8-440E-8EFE-2DDE5D793691}" srcOrd="1" destOrd="0" presId="urn:microsoft.com/office/officeart/2005/8/layout/orgChart1"/>
    <dgm:cxn modelId="{2FF34EC1-0619-442F-8431-B9B9052CBB51}" srcId="{73CDAA4C-6033-4886-BCB7-A101B8972E47}" destId="{1186679A-7A14-43A6-9BF3-80D6DC518AFA}" srcOrd="3" destOrd="0" parTransId="{225F5C04-DE8D-4186-985E-E283E75A8348}" sibTransId="{055AFF08-95AB-40DE-826B-3227F23BC4AA}"/>
    <dgm:cxn modelId="{DB0DE2C3-181B-4FF9-90B1-18A5C9489E86}" type="presOf" srcId="{1D228C9B-F15D-4AA1-9D2C-E38CC2C0C949}" destId="{98465B29-B2E6-4F78-8159-FD4BAFB41A5C}" srcOrd="0" destOrd="0" presId="urn:microsoft.com/office/officeart/2005/8/layout/orgChart1"/>
    <dgm:cxn modelId="{AA9F4BC7-993D-44E3-A991-BC8BD14FE471}" srcId="{395EBAE3-EC89-4AC0-ACF5-9FD8C7695FB5}" destId="{7E948C7B-70FE-435C-BFE2-D175016B9EA8}" srcOrd="0" destOrd="0" parTransId="{773462E9-6EA7-47E6-89AC-13B212304581}" sibTransId="{226F0D87-B6A0-4489-854F-019539D1D702}"/>
    <dgm:cxn modelId="{8D5B18C9-B703-41E8-BC0E-DAE33252F981}" type="presOf" srcId="{08BD73F4-05C2-48C0-ACCB-90040FFBF8BD}" destId="{6C217B5B-B8F1-4774-8F7D-7B86F828B220}" srcOrd="1" destOrd="0" presId="urn:microsoft.com/office/officeart/2005/8/layout/orgChart1"/>
    <dgm:cxn modelId="{D21D25C9-4038-4124-A8CD-922C2E9A1154}" type="presOf" srcId="{773462E9-6EA7-47E6-89AC-13B212304581}" destId="{0FD2BDE7-A5E5-4D57-A7AB-FD3CFC061A52}" srcOrd="0" destOrd="0" presId="urn:microsoft.com/office/officeart/2005/8/layout/orgChart1"/>
    <dgm:cxn modelId="{CB4D5ACB-E6C6-4AD8-AFFA-8B40981F0D2D}" type="presOf" srcId="{58DF2031-46D0-4F0F-AFC1-7AFF613E4D61}" destId="{90A47F72-72F2-42A4-9C52-A287322D9B54}" srcOrd="1" destOrd="0" presId="urn:microsoft.com/office/officeart/2005/8/layout/orgChart1"/>
    <dgm:cxn modelId="{D2C78ECC-0C44-44C1-907B-1AB76F989B8C}" type="presOf" srcId="{DFF5E0B2-5519-487D-9A4D-3B4425C7C97A}" destId="{64E148C8-5A3A-4895-941C-37CDEF058CA8}" srcOrd="0" destOrd="0" presId="urn:microsoft.com/office/officeart/2005/8/layout/orgChart1"/>
    <dgm:cxn modelId="{849548CE-43D8-4804-B249-ACE41EE46AEA}" type="presOf" srcId="{550E5FA8-F911-42DF-9BB9-E13934C043AD}" destId="{D86F68BB-1C25-4CAB-9CB5-AD99ED1F9DE5}" srcOrd="0" destOrd="0" presId="urn:microsoft.com/office/officeart/2005/8/layout/orgChart1"/>
    <dgm:cxn modelId="{EB159FCE-7090-4146-A19F-87B8108DCBE8}" srcId="{73CDAA4C-6033-4886-BCB7-A101B8972E47}" destId="{DFF5E0B2-5519-487D-9A4D-3B4425C7C97A}" srcOrd="7" destOrd="0" parTransId="{FB5BCBF1-8612-4D40-8963-43B1EACB6525}" sibTransId="{2420C285-79A0-4CD2-9E6A-F68A421B46EF}"/>
    <dgm:cxn modelId="{D707A2D1-770C-4B94-832D-8C7FCCDBBD94}" type="presOf" srcId="{E529793A-61AA-437F-A58E-4A3FAEBE60B9}" destId="{32482A78-9353-4899-9BD0-B7A0B2F763AE}" srcOrd="0" destOrd="0" presId="urn:microsoft.com/office/officeart/2005/8/layout/orgChart1"/>
    <dgm:cxn modelId="{C29897D3-26C3-4859-B1ED-994E2B811391}" srcId="{73CDAA4C-6033-4886-BCB7-A101B8972E47}" destId="{E0B3F0DB-9FEC-474C-8398-F83056D49345}" srcOrd="0" destOrd="0" parTransId="{12940D1E-8EB7-4770-BA6E-EEDB03ED1A93}" sibTransId="{1DD83002-79B3-44A2-88DE-39DB14EFAB7E}"/>
    <dgm:cxn modelId="{A05B7DD4-3386-4DF4-B721-771E39D6B16D}" srcId="{FEB9551F-B3BC-4432-B467-DDACCEBDC2E2}" destId="{836EB0A7-006E-4D8A-AA66-32432E1AD60F}" srcOrd="0" destOrd="0" parTransId="{FE6CF9FB-F301-4DB4-BB85-7793ED11B8C3}" sibTransId="{9EB6D981-ACA7-492C-8587-F4C9672E43AE}"/>
    <dgm:cxn modelId="{DCAFE5D5-B43F-4AB5-8E15-E02A0C67746E}" type="presOf" srcId="{1186679A-7A14-43A6-9BF3-80D6DC518AFA}" destId="{F0FED5C7-0754-42EE-B5FF-F0B2856DC4A5}" srcOrd="0" destOrd="0" presId="urn:microsoft.com/office/officeart/2005/8/layout/orgChart1"/>
    <dgm:cxn modelId="{C14DBFD6-2235-40A7-8109-E205FAD8D8E9}" srcId="{73CDAA4C-6033-4886-BCB7-A101B8972E47}" destId="{395EBAE3-EC89-4AC0-ACF5-9FD8C7695FB5}" srcOrd="1" destOrd="0" parTransId="{0FE64D3B-67EC-47C4-9FAB-F212A31A3D80}" sibTransId="{73498608-2714-4213-97CC-FB5E8DC84ADA}"/>
    <dgm:cxn modelId="{F9DF3ED8-67F0-4322-B960-711CC76A177C}" type="presOf" srcId="{AEFB9A2F-4214-4F57-9F9A-46A1875DF300}" destId="{8759611D-FAFC-4874-879F-21F241C4306E}" srcOrd="1" destOrd="0" presId="urn:microsoft.com/office/officeart/2005/8/layout/orgChart1"/>
    <dgm:cxn modelId="{2D41EBDA-F34E-44C3-B194-B92FEF4E7444}" type="presOf" srcId="{08BD73F4-05C2-48C0-ACCB-90040FFBF8BD}" destId="{DA377761-4971-460D-919E-F63FCD1B7AC5}" srcOrd="0" destOrd="0" presId="urn:microsoft.com/office/officeart/2005/8/layout/orgChart1"/>
    <dgm:cxn modelId="{618D0CDC-D5B3-4D60-9433-0B6183CC2558}" srcId="{DFF5E0B2-5519-487D-9A4D-3B4425C7C97A}" destId="{B2248237-2B96-40FE-BB30-4ACF5FD187B6}" srcOrd="0" destOrd="0" parTransId="{75167CF1-62FA-4C73-B601-AFE61A85EDF9}" sibTransId="{D21084B0-2AC2-4A4D-BA7F-25B48D8D5B7E}"/>
    <dgm:cxn modelId="{48E5E0DC-558F-43B5-B6E5-D84071E0C978}" type="presOf" srcId="{0FE64D3B-67EC-47C4-9FAB-F212A31A3D80}" destId="{3420B93D-C927-4C1C-8190-632A7748B46B}" srcOrd="0" destOrd="0" presId="urn:microsoft.com/office/officeart/2005/8/layout/orgChart1"/>
    <dgm:cxn modelId="{D4DB7EDE-B8A0-4966-A3E3-088F4EF9F206}" type="presOf" srcId="{72888972-A12B-4840-87BE-BC82FA170797}" destId="{7C60A0B7-5934-4BE6-8931-6662FB80A41B}" srcOrd="0" destOrd="0" presId="urn:microsoft.com/office/officeart/2005/8/layout/orgChart1"/>
    <dgm:cxn modelId="{62002BE0-2B71-4864-8C53-24079A8AA7CC}" type="presOf" srcId="{5B307528-8EF9-4A37-815E-DB497F810EF2}" destId="{1BB76A5B-D5FE-45D9-982E-9AC7D918DF5D}" srcOrd="0" destOrd="0" presId="urn:microsoft.com/office/officeart/2005/8/layout/orgChart1"/>
    <dgm:cxn modelId="{468BF1E1-0D24-4A96-88F1-C92D2C383716}" type="presOf" srcId="{836EB0A7-006E-4D8A-AA66-32432E1AD60F}" destId="{91F672CB-7036-4777-8D62-7529D71876DF}" srcOrd="1" destOrd="0" presId="urn:microsoft.com/office/officeart/2005/8/layout/orgChart1"/>
    <dgm:cxn modelId="{9AD901E6-355B-42ED-B3E9-14F3B5440CBF}" srcId="{8CAA95D5-0DFF-496F-A84D-E49DC4B1D01C}" destId="{8C198A3F-6CF6-4D2D-94F3-7EB6242173D6}" srcOrd="0" destOrd="0" parTransId="{555A4E47-604B-4B72-9EC2-F992F13C825F}" sibTransId="{B70D7E0E-32E1-4757-9966-09B36720791C}"/>
    <dgm:cxn modelId="{41D53FE6-C30B-4B80-A9FD-492E6B6FA5F8}" srcId="{8C198A3F-6CF6-4D2D-94F3-7EB6242173D6}" destId="{FC2143C2-7177-4866-BCE0-0ECC7507B88B}" srcOrd="0" destOrd="0" parTransId="{4A5A515F-0289-4F4B-8E5E-6ABC1B9E4E3C}" sibTransId="{3182B1CB-AEE4-4008-A18F-281E007EBC02}"/>
    <dgm:cxn modelId="{C7EBE7E6-693C-4920-9461-4E3FD7F92425}" type="presOf" srcId="{D5FA641C-DA42-432E-9C0B-6E62ED42C251}" destId="{F5A29582-03FD-4E61-872F-CF6CDF22C2EB}" srcOrd="0" destOrd="0" presId="urn:microsoft.com/office/officeart/2005/8/layout/orgChart1"/>
    <dgm:cxn modelId="{AB2EBAE7-6BED-4081-BF8C-D4CA4327363D}" type="presOf" srcId="{C27DACF7-0D9C-42DA-B3A6-A4D20FA0514C}" destId="{667EDBA3-D59B-4DDA-A384-CE3C6517A8CF}" srcOrd="0" destOrd="0" presId="urn:microsoft.com/office/officeart/2005/8/layout/orgChart1"/>
    <dgm:cxn modelId="{9DD922EA-D82E-4FE8-98F8-1C598A79D3F9}" srcId="{780E98D6-78AB-47B8-B9F8-C3EE48FABC6C}" destId="{E529793A-61AA-437F-A58E-4A3FAEBE60B9}" srcOrd="0" destOrd="0" parTransId="{8E209057-A9D5-4820-A5A9-B9FB5047C033}" sibTransId="{9C062653-A322-40B1-A5EE-2EAA0976C855}"/>
    <dgm:cxn modelId="{D41511EB-FA25-49B1-BF86-0FC4CC2ABC7B}" type="presOf" srcId="{8CAA95D5-0DFF-496F-A84D-E49DC4B1D01C}" destId="{75405E9A-3838-4CD3-BE51-AA8E5E0381E2}" srcOrd="0" destOrd="0" presId="urn:microsoft.com/office/officeart/2005/8/layout/orgChart1"/>
    <dgm:cxn modelId="{EBC46DEB-94F3-440A-A952-3EF045BD7F21}" type="presOf" srcId="{73F7689F-0A6C-41CF-942F-2EEFB9D2C66B}" destId="{3209028E-6BE8-4A82-A8B4-2D20F1F8D810}" srcOrd="0" destOrd="0" presId="urn:microsoft.com/office/officeart/2005/8/layout/orgChart1"/>
    <dgm:cxn modelId="{6458F9EC-E948-4C04-80FD-B4CDD7CA6C0E}" srcId="{73F7689F-0A6C-41CF-942F-2EEFB9D2C66B}" destId="{C6BB261A-FBCB-4B20-92B3-C82356D63B96}" srcOrd="0" destOrd="0" parTransId="{E283B4D6-296C-4533-BCD0-5AD9FB1FA0B9}" sibTransId="{F3EA76C4-0DBC-4650-AB84-48C144FE9A42}"/>
    <dgm:cxn modelId="{2F163CEF-5397-481D-840B-AAA9974E9C21}" type="presOf" srcId="{6CF1FF02-A5AA-4361-935A-1EE34652383D}" destId="{B0C94FA7-56F5-42A2-B785-86571255BAD2}" srcOrd="0" destOrd="0" presId="urn:microsoft.com/office/officeart/2005/8/layout/orgChart1"/>
    <dgm:cxn modelId="{F2F808F1-844C-44D7-A8DB-17F9DB538451}" type="presOf" srcId="{9773C5FA-CFF5-4924-8500-BB7E3E9E28EC}" destId="{6D76A82D-662E-4AC8-98B3-69551AE615BC}" srcOrd="1" destOrd="0" presId="urn:microsoft.com/office/officeart/2005/8/layout/orgChart1"/>
    <dgm:cxn modelId="{C2275CF1-FD60-44D3-AECC-1ECAC13ABA8B}" srcId="{73CDAA4C-6033-4886-BCB7-A101B8972E47}" destId="{8E41D8C9-D527-44A4-BB97-104DA8292AB9}" srcOrd="2" destOrd="0" parTransId="{1936D536-ECE8-4222-957F-3C12C76BC2CC}" sibTransId="{007B6F83-05EC-45CA-9363-A8FA4E833DBA}"/>
    <dgm:cxn modelId="{5BF305F3-D86A-4543-A70A-AE8AD671EFA3}" srcId="{C27DACF7-0D9C-42DA-B3A6-A4D20FA0514C}" destId="{73CDAA4C-6033-4886-BCB7-A101B8972E47}" srcOrd="0" destOrd="0" parTransId="{51BB4BFE-8C2E-46FD-9D3B-9E3B78F3F425}" sibTransId="{8FB86B0C-3FDE-4EB4-84B3-9B88BF5A9B3B}"/>
    <dgm:cxn modelId="{1CC18CF3-3F0F-43B2-A81D-32A87F969EB5}" srcId="{9773C5FA-CFF5-4924-8500-BB7E3E9E28EC}" destId="{F3DF4360-77A1-4FC8-B05C-462F202005FB}" srcOrd="0" destOrd="0" parTransId="{72888972-A12B-4840-87BE-BC82FA170797}" sibTransId="{B36821E2-6364-4DBE-8A4C-3825471BDF66}"/>
    <dgm:cxn modelId="{EC7542F5-D52D-4268-B77D-6D70B0D69F28}" type="presOf" srcId="{FC2143C2-7177-4866-BCE0-0ECC7507B88B}" destId="{456459B5-ADE4-40B3-B663-8B2A49B9045E}" srcOrd="0" destOrd="0" presId="urn:microsoft.com/office/officeart/2005/8/layout/orgChart1"/>
    <dgm:cxn modelId="{AF79E4F5-509B-4530-8A1E-18D8D0A393D0}" type="presOf" srcId="{7E948C7B-70FE-435C-BFE2-D175016B9EA8}" destId="{BE34CBF6-233B-4191-99E2-828A3B689574}" srcOrd="1" destOrd="0" presId="urn:microsoft.com/office/officeart/2005/8/layout/orgChart1"/>
    <dgm:cxn modelId="{F0E0ADF6-D9DF-45B4-9CEC-F32744D08C5C}" srcId="{73CDAA4C-6033-4886-BCB7-A101B8972E47}" destId="{780E98D6-78AB-47B8-B9F8-C3EE48FABC6C}" srcOrd="6" destOrd="0" parTransId="{143B60AE-7C0D-4361-BC46-1CA03EB467AE}" sibTransId="{3FEEAD39-0009-4B8A-A10C-81983B277AEE}"/>
    <dgm:cxn modelId="{EC54F6F6-A668-4115-81C9-80E6E0961F94}" type="presOf" srcId="{18D2DD82-056D-4EBE-B11E-7E75384B4858}" destId="{D198A6FA-8642-4CAD-A2DC-8B2453E544F0}" srcOrd="0" destOrd="0" presId="urn:microsoft.com/office/officeart/2005/8/layout/orgChart1"/>
    <dgm:cxn modelId="{BD5360F7-413C-4818-B6CD-9974D6E24CE6}" type="presOf" srcId="{438B3732-FB2A-4974-957F-5B0E5E4C3AAD}" destId="{D47A8E27-B674-4AFA-88D7-7C7BC95CCC14}" srcOrd="0" destOrd="0" presId="urn:microsoft.com/office/officeart/2005/8/layout/orgChart1"/>
    <dgm:cxn modelId="{07EFABFD-F860-4544-A733-4E7CC0AB94E1}" srcId="{73CDAA4C-6033-4886-BCB7-A101B8972E47}" destId="{DF42C8C3-2B71-4408-9635-7793949E7155}" srcOrd="4" destOrd="0" parTransId="{2AE341DD-28C9-4BE1-9ED4-351DA63116AD}" sibTransId="{BB0ADBB3-6531-4445-BC68-40609E139E33}"/>
    <dgm:cxn modelId="{805B54FF-1E46-4D97-A106-5568448AA0DB}" type="presOf" srcId="{E283B4D6-296C-4533-BCD0-5AD9FB1FA0B9}" destId="{E8FAE149-1FB6-436B-871C-DF2B43B2B7DB}" srcOrd="0" destOrd="0" presId="urn:microsoft.com/office/officeart/2005/8/layout/orgChart1"/>
    <dgm:cxn modelId="{E460191E-B0E2-4841-9838-598087459747}" type="presParOf" srcId="{667EDBA3-D59B-4DDA-A384-CE3C6517A8CF}" destId="{94AC6A72-294C-4538-A37B-D51FCD286242}" srcOrd="0" destOrd="0" presId="urn:microsoft.com/office/officeart/2005/8/layout/orgChart1"/>
    <dgm:cxn modelId="{C87A0A00-7D19-4C37-917F-E1C09DB7A3EB}" type="presParOf" srcId="{94AC6A72-294C-4538-A37B-D51FCD286242}" destId="{FFEB7913-4AB0-432A-99FC-C2F705426433}" srcOrd="0" destOrd="0" presId="urn:microsoft.com/office/officeart/2005/8/layout/orgChart1"/>
    <dgm:cxn modelId="{061BD949-FFA4-4BC3-9B7D-155B9C0AC748}" type="presParOf" srcId="{FFEB7913-4AB0-432A-99FC-C2F705426433}" destId="{8766AF82-EF27-47DA-9177-2799997C1502}" srcOrd="0" destOrd="0" presId="urn:microsoft.com/office/officeart/2005/8/layout/orgChart1"/>
    <dgm:cxn modelId="{7BE9DC05-DB55-445D-8C80-5E707CC552A7}" type="presParOf" srcId="{FFEB7913-4AB0-432A-99FC-C2F705426433}" destId="{49A63A43-1A59-4C04-B0A9-3CDABB8E8BE6}" srcOrd="1" destOrd="0" presId="urn:microsoft.com/office/officeart/2005/8/layout/orgChart1"/>
    <dgm:cxn modelId="{A968E087-8B0F-414E-AFAF-FBA4D60FE044}" type="presParOf" srcId="{94AC6A72-294C-4538-A37B-D51FCD286242}" destId="{A7C11595-F232-4163-85FA-8EAF705C1B5D}" srcOrd="1" destOrd="0" presId="urn:microsoft.com/office/officeart/2005/8/layout/orgChart1"/>
    <dgm:cxn modelId="{C13E497F-54CC-4140-8F74-EB8ABEC54914}" type="presParOf" srcId="{A7C11595-F232-4163-85FA-8EAF705C1B5D}" destId="{F3C91B2E-551C-429C-8FBF-AFA1AEF8A9C1}" srcOrd="0" destOrd="0" presId="urn:microsoft.com/office/officeart/2005/8/layout/orgChart1"/>
    <dgm:cxn modelId="{4AA18BED-29FA-4521-9BCB-C317E9DF0D02}" type="presParOf" srcId="{A7C11595-F232-4163-85FA-8EAF705C1B5D}" destId="{48E12419-43C6-4A06-BFEA-A3C71FEF3323}" srcOrd="1" destOrd="0" presId="urn:microsoft.com/office/officeart/2005/8/layout/orgChart1"/>
    <dgm:cxn modelId="{4326D41E-C95C-47AB-9F65-A94A1DD69D96}" type="presParOf" srcId="{48E12419-43C6-4A06-BFEA-A3C71FEF3323}" destId="{CA79651D-DF7D-4C7B-B942-679B49A800F5}" srcOrd="0" destOrd="0" presId="urn:microsoft.com/office/officeart/2005/8/layout/orgChart1"/>
    <dgm:cxn modelId="{A43742CC-A4C5-42BC-AA2D-2075B9ED7520}" type="presParOf" srcId="{CA79651D-DF7D-4C7B-B942-679B49A800F5}" destId="{8F7270DC-5F4B-490A-88A0-247FCD08AF8F}" srcOrd="0" destOrd="0" presId="urn:microsoft.com/office/officeart/2005/8/layout/orgChart1"/>
    <dgm:cxn modelId="{5ED662D5-8B8A-439A-BCCB-2A041A900791}" type="presParOf" srcId="{CA79651D-DF7D-4C7B-B942-679B49A800F5}" destId="{C9C93912-7AD8-440E-8EFE-2DDE5D793691}" srcOrd="1" destOrd="0" presId="urn:microsoft.com/office/officeart/2005/8/layout/orgChart1"/>
    <dgm:cxn modelId="{7C953D42-27B4-4F52-9FB4-DB10F7C6BA25}" type="presParOf" srcId="{48E12419-43C6-4A06-BFEA-A3C71FEF3323}" destId="{93FF00E3-5E4D-43FD-8B84-112F94349CDD}" srcOrd="1" destOrd="0" presId="urn:microsoft.com/office/officeart/2005/8/layout/orgChart1"/>
    <dgm:cxn modelId="{EE0437BE-3C49-406A-8B7B-673C2BD0FA80}" type="presParOf" srcId="{93FF00E3-5E4D-43FD-8B84-112F94349CDD}" destId="{C168E755-47AB-4229-9659-96E4D5684C46}" srcOrd="0" destOrd="0" presId="urn:microsoft.com/office/officeart/2005/8/layout/orgChart1"/>
    <dgm:cxn modelId="{E8F7BF7D-BB69-489D-AD13-4F060A56811D}" type="presParOf" srcId="{93FF00E3-5E4D-43FD-8B84-112F94349CDD}" destId="{D817043E-3DAE-428D-95A3-D00F1C53F044}" srcOrd="1" destOrd="0" presId="urn:microsoft.com/office/officeart/2005/8/layout/orgChart1"/>
    <dgm:cxn modelId="{54FC818F-A826-477C-BC47-AE1197EB099C}" type="presParOf" srcId="{D817043E-3DAE-428D-95A3-D00F1C53F044}" destId="{19923FD3-A48D-4FE1-9D39-E673ECA0E89A}" srcOrd="0" destOrd="0" presId="urn:microsoft.com/office/officeart/2005/8/layout/orgChart1"/>
    <dgm:cxn modelId="{56E89BB4-C736-4E8B-88D4-5451FFD6C0C3}" type="presParOf" srcId="{19923FD3-A48D-4FE1-9D39-E673ECA0E89A}" destId="{D6694C1E-8918-4F7B-B3AC-2748C33AD189}" srcOrd="0" destOrd="0" presId="urn:microsoft.com/office/officeart/2005/8/layout/orgChart1"/>
    <dgm:cxn modelId="{0E4F114F-EE7E-45EC-92D5-81CB50085662}" type="presParOf" srcId="{19923FD3-A48D-4FE1-9D39-E673ECA0E89A}" destId="{6D76A82D-662E-4AC8-98B3-69551AE615BC}" srcOrd="1" destOrd="0" presId="urn:microsoft.com/office/officeart/2005/8/layout/orgChart1"/>
    <dgm:cxn modelId="{1097A298-8260-42CB-8AA5-357EDDCE3F59}" type="presParOf" srcId="{D817043E-3DAE-428D-95A3-D00F1C53F044}" destId="{6E02A411-9616-4BE8-9B38-C8161F527032}" srcOrd="1" destOrd="0" presId="urn:microsoft.com/office/officeart/2005/8/layout/orgChart1"/>
    <dgm:cxn modelId="{EEEFB780-2129-4E77-B032-E6AA850E39AF}" type="presParOf" srcId="{6E02A411-9616-4BE8-9B38-C8161F527032}" destId="{7C60A0B7-5934-4BE6-8931-6662FB80A41B}" srcOrd="0" destOrd="0" presId="urn:microsoft.com/office/officeart/2005/8/layout/orgChart1"/>
    <dgm:cxn modelId="{BE5B79EE-E57D-4F38-B0B6-E7A63BD9D5AF}" type="presParOf" srcId="{6E02A411-9616-4BE8-9B38-C8161F527032}" destId="{9C165826-5CA5-4768-97CA-BAFE7D5E7C95}" srcOrd="1" destOrd="0" presId="urn:microsoft.com/office/officeart/2005/8/layout/orgChart1"/>
    <dgm:cxn modelId="{B000BE23-A652-4E2F-A6C2-E9ECC2DDB038}" type="presParOf" srcId="{9C165826-5CA5-4768-97CA-BAFE7D5E7C95}" destId="{73E4F9FE-E1BD-47F5-AB6B-F9E32F093837}" srcOrd="0" destOrd="0" presId="urn:microsoft.com/office/officeart/2005/8/layout/orgChart1"/>
    <dgm:cxn modelId="{896B84E6-B7B1-4AD0-99B6-0492F7C5A879}" type="presParOf" srcId="{73E4F9FE-E1BD-47F5-AB6B-F9E32F093837}" destId="{F43570F7-0162-4B8A-88F0-17EF0ACABC37}" srcOrd="0" destOrd="0" presId="urn:microsoft.com/office/officeart/2005/8/layout/orgChart1"/>
    <dgm:cxn modelId="{984AE23C-1B2A-41CE-84C8-D63565E01B2A}" type="presParOf" srcId="{73E4F9FE-E1BD-47F5-AB6B-F9E32F093837}" destId="{96066443-D4E7-486C-8311-30944DF6EB15}" srcOrd="1" destOrd="0" presId="urn:microsoft.com/office/officeart/2005/8/layout/orgChart1"/>
    <dgm:cxn modelId="{979437D9-3093-4179-8EBF-37EBBC05A47E}" type="presParOf" srcId="{9C165826-5CA5-4768-97CA-BAFE7D5E7C95}" destId="{4CF87399-FE53-457B-94B8-C6EB4F0C2705}" srcOrd="1" destOrd="0" presId="urn:microsoft.com/office/officeart/2005/8/layout/orgChart1"/>
    <dgm:cxn modelId="{40D04FD5-C824-4A5A-8FAF-BD6F160084CE}" type="presParOf" srcId="{9C165826-5CA5-4768-97CA-BAFE7D5E7C95}" destId="{F40332FA-1CFD-4F93-B940-A3006CF15BF7}" srcOrd="2" destOrd="0" presId="urn:microsoft.com/office/officeart/2005/8/layout/orgChart1"/>
    <dgm:cxn modelId="{E0389516-DD01-400E-A26B-A657A092A17D}" type="presParOf" srcId="{6E02A411-9616-4BE8-9B38-C8161F527032}" destId="{9D72D059-D2BA-418E-A237-A0317A0C6BEC}" srcOrd="2" destOrd="0" presId="urn:microsoft.com/office/officeart/2005/8/layout/orgChart1"/>
    <dgm:cxn modelId="{59BC90DA-A4C6-4DAE-A521-B8489FF330D7}" type="presParOf" srcId="{6E02A411-9616-4BE8-9B38-C8161F527032}" destId="{19EDC025-1D73-45E1-AC67-BE81F6553B97}" srcOrd="3" destOrd="0" presId="urn:microsoft.com/office/officeart/2005/8/layout/orgChart1"/>
    <dgm:cxn modelId="{1A8B2B62-A791-413C-8669-DB7DB24BAD06}" type="presParOf" srcId="{19EDC025-1D73-45E1-AC67-BE81F6553B97}" destId="{62EE697F-3200-4E51-9BBF-9A260A0C42DA}" srcOrd="0" destOrd="0" presId="urn:microsoft.com/office/officeart/2005/8/layout/orgChart1"/>
    <dgm:cxn modelId="{9DF66C6B-61C7-43E5-8B66-2978E7772CAF}" type="presParOf" srcId="{62EE697F-3200-4E51-9BBF-9A260A0C42DA}" destId="{40EE76D3-5323-42E0-8D44-F7584F4CDD83}" srcOrd="0" destOrd="0" presId="urn:microsoft.com/office/officeart/2005/8/layout/orgChart1"/>
    <dgm:cxn modelId="{24E92732-0610-4115-A986-0FD267441D66}" type="presParOf" srcId="{62EE697F-3200-4E51-9BBF-9A260A0C42DA}" destId="{8759611D-FAFC-4874-879F-21F241C4306E}" srcOrd="1" destOrd="0" presId="urn:microsoft.com/office/officeart/2005/8/layout/orgChart1"/>
    <dgm:cxn modelId="{9CCE85E9-FD74-4F27-881D-1012B1DFC48D}" type="presParOf" srcId="{19EDC025-1D73-45E1-AC67-BE81F6553B97}" destId="{54E297A4-C25B-45D2-9B30-233619A93A04}" srcOrd="1" destOrd="0" presId="urn:microsoft.com/office/officeart/2005/8/layout/orgChart1"/>
    <dgm:cxn modelId="{A59E48BF-DFD5-4A7A-9C67-0160A06895C2}" type="presParOf" srcId="{19EDC025-1D73-45E1-AC67-BE81F6553B97}" destId="{D4CE90D2-D2D7-49D7-A1C7-E9548A9D8B3D}" srcOrd="2" destOrd="0" presId="urn:microsoft.com/office/officeart/2005/8/layout/orgChart1"/>
    <dgm:cxn modelId="{D2245A43-E592-4BCC-93B6-2F793574825E}" type="presParOf" srcId="{6E02A411-9616-4BE8-9B38-C8161F527032}" destId="{1BB76A5B-D5FE-45D9-982E-9AC7D918DF5D}" srcOrd="4" destOrd="0" presId="urn:microsoft.com/office/officeart/2005/8/layout/orgChart1"/>
    <dgm:cxn modelId="{53409FEB-90C3-47C3-8E27-C34F65BDD80F}" type="presParOf" srcId="{6E02A411-9616-4BE8-9B38-C8161F527032}" destId="{9CA057EF-1425-494F-A89F-1F4A43FDEF2D}" srcOrd="5" destOrd="0" presId="urn:microsoft.com/office/officeart/2005/8/layout/orgChart1"/>
    <dgm:cxn modelId="{A70F2E4A-A9E4-4DB3-B2B4-6DD71E8248D6}" type="presParOf" srcId="{9CA057EF-1425-494F-A89F-1F4A43FDEF2D}" destId="{D03AD3A6-9C3A-4D7B-A189-77D017F4CFB5}" srcOrd="0" destOrd="0" presId="urn:microsoft.com/office/officeart/2005/8/layout/orgChart1"/>
    <dgm:cxn modelId="{09788025-6DE2-4FD9-97E4-970318C35EAC}" type="presParOf" srcId="{D03AD3A6-9C3A-4D7B-A189-77D017F4CFB5}" destId="{16EBF284-AEDB-4B72-B673-F2F197BAB2B5}" srcOrd="0" destOrd="0" presId="urn:microsoft.com/office/officeart/2005/8/layout/orgChart1"/>
    <dgm:cxn modelId="{2A8C559F-EDD0-446B-8E58-95B014483CA4}" type="presParOf" srcId="{D03AD3A6-9C3A-4D7B-A189-77D017F4CFB5}" destId="{90A47F72-72F2-42A4-9C52-A287322D9B54}" srcOrd="1" destOrd="0" presId="urn:microsoft.com/office/officeart/2005/8/layout/orgChart1"/>
    <dgm:cxn modelId="{EEA37419-F592-4477-85B1-E6AB1A429059}" type="presParOf" srcId="{9CA057EF-1425-494F-A89F-1F4A43FDEF2D}" destId="{56022444-BB64-4E0A-AF6B-D6C276DD75D3}" srcOrd="1" destOrd="0" presId="urn:microsoft.com/office/officeart/2005/8/layout/orgChart1"/>
    <dgm:cxn modelId="{BB670D56-0A68-43E0-BA60-0616DF10D495}" type="presParOf" srcId="{9CA057EF-1425-494F-A89F-1F4A43FDEF2D}" destId="{07CDC311-06B8-461A-B993-7CB9BC3A2239}" srcOrd="2" destOrd="0" presId="urn:microsoft.com/office/officeart/2005/8/layout/orgChart1"/>
    <dgm:cxn modelId="{3879AD08-8EFE-4B8B-A8FB-9EDDE772D0C3}" type="presParOf" srcId="{6E02A411-9616-4BE8-9B38-C8161F527032}" destId="{885BFF9A-1A5E-443F-A878-257348AB3A36}" srcOrd="6" destOrd="0" presId="urn:microsoft.com/office/officeart/2005/8/layout/orgChart1"/>
    <dgm:cxn modelId="{E944508F-DBED-4620-87F7-5457D032D74E}" type="presParOf" srcId="{6E02A411-9616-4BE8-9B38-C8161F527032}" destId="{E930CBE6-C31D-4AE7-9FF1-15D19DFD30CC}" srcOrd="7" destOrd="0" presId="urn:microsoft.com/office/officeart/2005/8/layout/orgChart1"/>
    <dgm:cxn modelId="{DC3FC818-3DA2-4D9D-85C8-B8677EFC6C98}" type="presParOf" srcId="{E930CBE6-C31D-4AE7-9FF1-15D19DFD30CC}" destId="{967120DE-B756-490C-B746-43D56B13B5D7}" srcOrd="0" destOrd="0" presId="urn:microsoft.com/office/officeart/2005/8/layout/orgChart1"/>
    <dgm:cxn modelId="{9F17E794-3D74-449D-93FB-EBB64C23E80A}" type="presParOf" srcId="{967120DE-B756-490C-B746-43D56B13B5D7}" destId="{B0C94FA7-56F5-42A2-B785-86571255BAD2}" srcOrd="0" destOrd="0" presId="urn:microsoft.com/office/officeart/2005/8/layout/orgChart1"/>
    <dgm:cxn modelId="{4129D384-1D4F-4BF9-82B0-7E674FE01445}" type="presParOf" srcId="{967120DE-B756-490C-B746-43D56B13B5D7}" destId="{D0937F34-E19D-4073-BA3A-37EC25C2C67D}" srcOrd="1" destOrd="0" presId="urn:microsoft.com/office/officeart/2005/8/layout/orgChart1"/>
    <dgm:cxn modelId="{5F45E2B0-B3CD-4B80-AAB7-140881F3CD63}" type="presParOf" srcId="{E930CBE6-C31D-4AE7-9FF1-15D19DFD30CC}" destId="{738DE6BC-78FF-4823-8D17-322C4D3B452C}" srcOrd="1" destOrd="0" presId="urn:microsoft.com/office/officeart/2005/8/layout/orgChart1"/>
    <dgm:cxn modelId="{28AB5BFC-C98F-41FB-A99C-37FFFC2D5190}" type="presParOf" srcId="{E930CBE6-C31D-4AE7-9FF1-15D19DFD30CC}" destId="{8442D421-AE96-43B1-9791-872417C44AD5}" srcOrd="2" destOrd="0" presId="urn:microsoft.com/office/officeart/2005/8/layout/orgChart1"/>
    <dgm:cxn modelId="{2F23121E-333B-4546-AF36-D083603D61AD}" type="presParOf" srcId="{D817043E-3DAE-428D-95A3-D00F1C53F044}" destId="{2E2B408E-6494-44A8-8432-3E1BCB93ADD2}" srcOrd="2" destOrd="0" presId="urn:microsoft.com/office/officeart/2005/8/layout/orgChart1"/>
    <dgm:cxn modelId="{1DFAFC0E-42CC-4282-85ED-E6CE845CD8AB}" type="presParOf" srcId="{48E12419-43C6-4A06-BFEA-A3C71FEF3323}" destId="{CC534B0B-C75C-4D7A-BA87-2A7B2AB37932}" srcOrd="2" destOrd="0" presId="urn:microsoft.com/office/officeart/2005/8/layout/orgChart1"/>
    <dgm:cxn modelId="{6544AB37-B2AD-4F74-BE1F-14CFAFF89D41}" type="presParOf" srcId="{A7C11595-F232-4163-85FA-8EAF705C1B5D}" destId="{3420B93D-C927-4C1C-8190-632A7748B46B}" srcOrd="2" destOrd="0" presId="urn:microsoft.com/office/officeart/2005/8/layout/orgChart1"/>
    <dgm:cxn modelId="{D9955928-F751-4370-AD69-28A2DADA4C19}" type="presParOf" srcId="{A7C11595-F232-4163-85FA-8EAF705C1B5D}" destId="{817B7EBF-BBE0-4C64-85AA-7255266F9B52}" srcOrd="3" destOrd="0" presId="urn:microsoft.com/office/officeart/2005/8/layout/orgChart1"/>
    <dgm:cxn modelId="{24C7C911-D92E-4C0E-839A-CC5A75457083}" type="presParOf" srcId="{817B7EBF-BBE0-4C64-85AA-7255266F9B52}" destId="{39DF162C-6444-49A9-B7D0-416D688A22D5}" srcOrd="0" destOrd="0" presId="urn:microsoft.com/office/officeart/2005/8/layout/orgChart1"/>
    <dgm:cxn modelId="{5430AB40-13EA-4F19-9E2F-DF894398EBD2}" type="presParOf" srcId="{39DF162C-6444-49A9-B7D0-416D688A22D5}" destId="{54DBA53B-BD7B-45BD-8B1F-83481FA8F927}" srcOrd="0" destOrd="0" presId="urn:microsoft.com/office/officeart/2005/8/layout/orgChart1"/>
    <dgm:cxn modelId="{EC948F87-4EE8-4D3A-A514-26B21027330C}" type="presParOf" srcId="{39DF162C-6444-49A9-B7D0-416D688A22D5}" destId="{DFBFF112-0EBD-4D3D-9825-EE83026C52A6}" srcOrd="1" destOrd="0" presId="urn:microsoft.com/office/officeart/2005/8/layout/orgChart1"/>
    <dgm:cxn modelId="{2015CC27-3D6A-4281-80EB-B1D23B1E4389}" type="presParOf" srcId="{817B7EBF-BBE0-4C64-85AA-7255266F9B52}" destId="{C86A9CDA-E266-4DE8-B23B-011DE0123A08}" srcOrd="1" destOrd="0" presId="urn:microsoft.com/office/officeart/2005/8/layout/orgChart1"/>
    <dgm:cxn modelId="{925284B3-6395-4DC9-9B9B-60DC12272971}" type="presParOf" srcId="{C86A9CDA-E266-4DE8-B23B-011DE0123A08}" destId="{0FD2BDE7-A5E5-4D57-A7AB-FD3CFC061A52}" srcOrd="0" destOrd="0" presId="urn:microsoft.com/office/officeart/2005/8/layout/orgChart1"/>
    <dgm:cxn modelId="{35A73E71-F0A5-4783-A00B-11F7EA87322B}" type="presParOf" srcId="{C86A9CDA-E266-4DE8-B23B-011DE0123A08}" destId="{691F9BC8-89A5-488D-BD83-6D22124B7101}" srcOrd="1" destOrd="0" presId="urn:microsoft.com/office/officeart/2005/8/layout/orgChart1"/>
    <dgm:cxn modelId="{B76A2FE3-D2A7-4DD0-B474-AB92C337ADE1}" type="presParOf" srcId="{691F9BC8-89A5-488D-BD83-6D22124B7101}" destId="{618FA3EF-2FE6-463B-AE7E-45898492E4AF}" srcOrd="0" destOrd="0" presId="urn:microsoft.com/office/officeart/2005/8/layout/orgChart1"/>
    <dgm:cxn modelId="{06873818-8895-4348-B66C-59E26F3632A5}" type="presParOf" srcId="{618FA3EF-2FE6-463B-AE7E-45898492E4AF}" destId="{CA549609-1431-439C-A80C-0573BFE6C9E0}" srcOrd="0" destOrd="0" presId="urn:microsoft.com/office/officeart/2005/8/layout/orgChart1"/>
    <dgm:cxn modelId="{F3508BA3-3A9A-4C91-A59B-67723936C300}" type="presParOf" srcId="{618FA3EF-2FE6-463B-AE7E-45898492E4AF}" destId="{BE34CBF6-233B-4191-99E2-828A3B689574}" srcOrd="1" destOrd="0" presId="urn:microsoft.com/office/officeart/2005/8/layout/orgChart1"/>
    <dgm:cxn modelId="{5E147B09-9BB6-417F-B3B6-F8C8E73EE95B}" type="presParOf" srcId="{691F9BC8-89A5-488D-BD83-6D22124B7101}" destId="{321AAD12-5726-4784-9016-F6623998D838}" srcOrd="1" destOrd="0" presId="urn:microsoft.com/office/officeart/2005/8/layout/orgChart1"/>
    <dgm:cxn modelId="{CD28ADC8-285D-4A67-BC86-874FEB07A165}" type="presParOf" srcId="{321AAD12-5726-4784-9016-F6623998D838}" destId="{65C4313C-FF3D-4DB2-90DB-6F103AD36890}" srcOrd="0" destOrd="0" presId="urn:microsoft.com/office/officeart/2005/8/layout/orgChart1"/>
    <dgm:cxn modelId="{D342CF81-AB99-40D6-BEB1-C2EAA0E1C00A}" type="presParOf" srcId="{321AAD12-5726-4784-9016-F6623998D838}" destId="{85D9A82B-B5D8-4929-A61A-05E7A008A675}" srcOrd="1" destOrd="0" presId="urn:microsoft.com/office/officeart/2005/8/layout/orgChart1"/>
    <dgm:cxn modelId="{6649AD26-C90F-4CB1-9629-A904161DD587}" type="presParOf" srcId="{85D9A82B-B5D8-4929-A61A-05E7A008A675}" destId="{EA22A6B7-43FE-400A-94E7-E4CA8286F79C}" srcOrd="0" destOrd="0" presId="urn:microsoft.com/office/officeart/2005/8/layout/orgChart1"/>
    <dgm:cxn modelId="{1FCAD3B6-5E48-4370-B001-ABCA9D14FF35}" type="presParOf" srcId="{EA22A6B7-43FE-400A-94E7-E4CA8286F79C}" destId="{0F243B2A-C713-4401-87A3-A3831FE32D19}" srcOrd="0" destOrd="0" presId="urn:microsoft.com/office/officeart/2005/8/layout/orgChart1"/>
    <dgm:cxn modelId="{F85029C7-7FBB-4797-B23C-98B3ED48B6AA}" type="presParOf" srcId="{EA22A6B7-43FE-400A-94E7-E4CA8286F79C}" destId="{52A36EEF-CEBE-4C0E-A50E-EF9A423A3807}" srcOrd="1" destOrd="0" presId="urn:microsoft.com/office/officeart/2005/8/layout/orgChart1"/>
    <dgm:cxn modelId="{288334ED-393F-4EFF-93CA-9D6991DC441A}" type="presParOf" srcId="{85D9A82B-B5D8-4929-A61A-05E7A008A675}" destId="{52B19060-B056-4F44-B363-674CC71200BC}" srcOrd="1" destOrd="0" presId="urn:microsoft.com/office/officeart/2005/8/layout/orgChart1"/>
    <dgm:cxn modelId="{42FE9EC6-1D60-4E3B-83E0-F59000B52FC3}" type="presParOf" srcId="{52B19060-B056-4F44-B363-674CC71200BC}" destId="{94E1DD9B-AE09-4E72-95A9-747293A79B62}" srcOrd="0" destOrd="0" presId="urn:microsoft.com/office/officeart/2005/8/layout/orgChart1"/>
    <dgm:cxn modelId="{6BE3913D-AE96-43F8-96BF-120764BCABAF}" type="presParOf" srcId="{52B19060-B056-4F44-B363-674CC71200BC}" destId="{6BD28B1D-A447-4254-85FC-D4A0928D062C}" srcOrd="1" destOrd="0" presId="urn:microsoft.com/office/officeart/2005/8/layout/orgChart1"/>
    <dgm:cxn modelId="{98FE49EF-C111-4D34-8A34-EA2D0872C8F8}" type="presParOf" srcId="{6BD28B1D-A447-4254-85FC-D4A0928D062C}" destId="{2B9C442F-06F9-4D4E-AC8F-D9FC71D5786C}" srcOrd="0" destOrd="0" presId="urn:microsoft.com/office/officeart/2005/8/layout/orgChart1"/>
    <dgm:cxn modelId="{1919AAFF-DC82-485B-8C78-27D00073DEDE}" type="presParOf" srcId="{2B9C442F-06F9-4D4E-AC8F-D9FC71D5786C}" destId="{50FE2A3E-1E83-4359-9FE8-9579A25459F9}" srcOrd="0" destOrd="0" presId="urn:microsoft.com/office/officeart/2005/8/layout/orgChart1"/>
    <dgm:cxn modelId="{50AD3C2F-FC7F-437A-B67D-E3F28E72F612}" type="presParOf" srcId="{2B9C442F-06F9-4D4E-AC8F-D9FC71D5786C}" destId="{91F672CB-7036-4777-8D62-7529D71876DF}" srcOrd="1" destOrd="0" presId="urn:microsoft.com/office/officeart/2005/8/layout/orgChart1"/>
    <dgm:cxn modelId="{E8A881DA-8E0C-45DF-B8AC-248840C21C0E}" type="presParOf" srcId="{6BD28B1D-A447-4254-85FC-D4A0928D062C}" destId="{ECDD402F-B61E-48BA-9696-F74FCC09BD98}" srcOrd="1" destOrd="0" presId="urn:microsoft.com/office/officeart/2005/8/layout/orgChart1"/>
    <dgm:cxn modelId="{5C7DC0AB-61C8-46A8-9B57-0105F1A9B405}" type="presParOf" srcId="{6BD28B1D-A447-4254-85FC-D4A0928D062C}" destId="{947677D1-6E51-4382-B083-09DD022EEB5C}" srcOrd="2" destOrd="0" presId="urn:microsoft.com/office/officeart/2005/8/layout/orgChart1"/>
    <dgm:cxn modelId="{B70CE9BA-D232-4FA1-9A64-1006C727AB2C}" type="presParOf" srcId="{52B19060-B056-4F44-B363-674CC71200BC}" destId="{3BBE47F7-B692-4A0B-BA58-4A3BCE7AA01C}" srcOrd="2" destOrd="0" presId="urn:microsoft.com/office/officeart/2005/8/layout/orgChart1"/>
    <dgm:cxn modelId="{0216BD77-F2CD-4FEC-9087-616B02C6BAD0}" type="presParOf" srcId="{52B19060-B056-4F44-B363-674CC71200BC}" destId="{973CE3FC-83CB-4F2C-BA23-FCD8BB7BAA2C}" srcOrd="3" destOrd="0" presId="urn:microsoft.com/office/officeart/2005/8/layout/orgChart1"/>
    <dgm:cxn modelId="{E5AA2EE2-8EEE-42C2-B0E2-63422AF7D39F}" type="presParOf" srcId="{973CE3FC-83CB-4F2C-BA23-FCD8BB7BAA2C}" destId="{69310573-5E24-4942-A58A-D2DAE85319D9}" srcOrd="0" destOrd="0" presId="urn:microsoft.com/office/officeart/2005/8/layout/orgChart1"/>
    <dgm:cxn modelId="{6AF06AC3-6103-4632-BA02-0A3A23BB2453}" type="presParOf" srcId="{69310573-5E24-4942-A58A-D2DAE85319D9}" destId="{A4562EA9-ACF6-4807-9611-3120626A962C}" srcOrd="0" destOrd="0" presId="urn:microsoft.com/office/officeart/2005/8/layout/orgChart1"/>
    <dgm:cxn modelId="{B9EBA040-6F28-4B8E-987C-1AB0924BD027}" type="presParOf" srcId="{69310573-5E24-4942-A58A-D2DAE85319D9}" destId="{14488BDF-710C-4035-B3DC-F4502489731B}" srcOrd="1" destOrd="0" presId="urn:microsoft.com/office/officeart/2005/8/layout/orgChart1"/>
    <dgm:cxn modelId="{565440C6-BA48-4B19-9740-ACB21EE7FAB5}" type="presParOf" srcId="{973CE3FC-83CB-4F2C-BA23-FCD8BB7BAA2C}" destId="{BAD13947-03C4-4941-8CAD-55705502BBCF}" srcOrd="1" destOrd="0" presId="urn:microsoft.com/office/officeart/2005/8/layout/orgChart1"/>
    <dgm:cxn modelId="{6605EFC0-4EB6-4CC3-82BD-96AB085D5E62}" type="presParOf" srcId="{973CE3FC-83CB-4F2C-BA23-FCD8BB7BAA2C}" destId="{9EDBC9FA-EE76-4ED4-AF63-1445DBE7AA31}" srcOrd="2" destOrd="0" presId="urn:microsoft.com/office/officeart/2005/8/layout/orgChart1"/>
    <dgm:cxn modelId="{B6A62EE9-2DB1-4999-B128-379CEE1ABCE7}" type="presParOf" srcId="{85D9A82B-B5D8-4929-A61A-05E7A008A675}" destId="{687595A3-CC6C-4EDF-A3AD-D3ADF3CB858C}" srcOrd="2" destOrd="0" presId="urn:microsoft.com/office/officeart/2005/8/layout/orgChart1"/>
    <dgm:cxn modelId="{085A0781-FBE7-4A7A-95A5-2AAB5C4365E5}" type="presParOf" srcId="{691F9BC8-89A5-488D-BD83-6D22124B7101}" destId="{6A94C455-A9FA-4DCB-9EE8-F4CEB62C34AD}" srcOrd="2" destOrd="0" presId="urn:microsoft.com/office/officeart/2005/8/layout/orgChart1"/>
    <dgm:cxn modelId="{33F3C526-1B70-4F64-AF82-7C9969C80F2F}" type="presParOf" srcId="{817B7EBF-BBE0-4C64-85AA-7255266F9B52}" destId="{22EFE40D-EB1E-4DCE-8971-16D260D21189}" srcOrd="2" destOrd="0" presId="urn:microsoft.com/office/officeart/2005/8/layout/orgChart1"/>
    <dgm:cxn modelId="{4D469640-B71F-471A-8171-8EADCA91CC34}" type="presParOf" srcId="{A7C11595-F232-4163-85FA-8EAF705C1B5D}" destId="{B3612F3D-EF39-4996-9BD7-3BF3168BC42C}" srcOrd="4" destOrd="0" presId="urn:microsoft.com/office/officeart/2005/8/layout/orgChart1"/>
    <dgm:cxn modelId="{CE17803E-FAF3-42FE-B0BE-1A7E29A7E6B7}" type="presParOf" srcId="{A7C11595-F232-4163-85FA-8EAF705C1B5D}" destId="{889E8F99-AD75-45BA-8341-9C92E9A29EB6}" srcOrd="5" destOrd="0" presId="urn:microsoft.com/office/officeart/2005/8/layout/orgChart1"/>
    <dgm:cxn modelId="{5BF5F006-1F76-49D7-824A-FBC2E2AF68CE}" type="presParOf" srcId="{889E8F99-AD75-45BA-8341-9C92E9A29EB6}" destId="{B1E0855B-ACDC-4196-9AEC-2E7C6A977224}" srcOrd="0" destOrd="0" presId="urn:microsoft.com/office/officeart/2005/8/layout/orgChart1"/>
    <dgm:cxn modelId="{2BB140DC-E2AA-48CB-A2ED-608DA5992595}" type="presParOf" srcId="{B1E0855B-ACDC-4196-9AEC-2E7C6A977224}" destId="{3366A2E8-3F24-4834-98CA-1439ECC4ED4A}" srcOrd="0" destOrd="0" presId="urn:microsoft.com/office/officeart/2005/8/layout/orgChart1"/>
    <dgm:cxn modelId="{5E77B968-3C8B-4CCF-B4D6-2A282F2FE351}" type="presParOf" srcId="{B1E0855B-ACDC-4196-9AEC-2E7C6A977224}" destId="{CD49356A-8874-4206-BA8C-2B8941AB16E3}" srcOrd="1" destOrd="0" presId="urn:microsoft.com/office/officeart/2005/8/layout/orgChart1"/>
    <dgm:cxn modelId="{38CC52C8-52B8-4E6A-9D88-BD5D78008A0C}" type="presParOf" srcId="{889E8F99-AD75-45BA-8341-9C92E9A29EB6}" destId="{495785FB-64BC-4161-91E1-C547F650320A}" srcOrd="1" destOrd="0" presId="urn:microsoft.com/office/officeart/2005/8/layout/orgChart1"/>
    <dgm:cxn modelId="{61B145F3-E942-4EF7-A90E-766D9D65072C}" type="presParOf" srcId="{495785FB-64BC-4161-91E1-C547F650320A}" destId="{E6647ED1-E118-4050-A8CF-89A5B611BBDA}" srcOrd="0" destOrd="0" presId="urn:microsoft.com/office/officeart/2005/8/layout/orgChart1"/>
    <dgm:cxn modelId="{22CEBE11-BE02-4D3E-9655-220714FF675A}" type="presParOf" srcId="{495785FB-64BC-4161-91E1-C547F650320A}" destId="{9BD29AE9-5292-4DD1-B6AD-3010B3A7D2A6}" srcOrd="1" destOrd="0" presId="urn:microsoft.com/office/officeart/2005/8/layout/orgChart1"/>
    <dgm:cxn modelId="{FC8CE3C8-C0A8-45FC-9481-0023EC0A75E2}" type="presParOf" srcId="{9BD29AE9-5292-4DD1-B6AD-3010B3A7D2A6}" destId="{B22DEBFB-5A0B-468F-8516-A4C6C5613D4F}" srcOrd="0" destOrd="0" presId="urn:microsoft.com/office/officeart/2005/8/layout/orgChart1"/>
    <dgm:cxn modelId="{5991D27F-2227-4BB0-803F-C5FBD695745A}" type="presParOf" srcId="{B22DEBFB-5A0B-468F-8516-A4C6C5613D4F}" destId="{3209028E-6BE8-4A82-A8B4-2D20F1F8D810}" srcOrd="0" destOrd="0" presId="urn:microsoft.com/office/officeart/2005/8/layout/orgChart1"/>
    <dgm:cxn modelId="{4EED7C6E-DFE5-44EB-A152-3884E0C8A712}" type="presParOf" srcId="{B22DEBFB-5A0B-468F-8516-A4C6C5613D4F}" destId="{16102997-5ADA-4A0C-A44F-D086B8463712}" srcOrd="1" destOrd="0" presId="urn:microsoft.com/office/officeart/2005/8/layout/orgChart1"/>
    <dgm:cxn modelId="{6C98E1F0-F4C8-408B-AA92-B91619B02CBA}" type="presParOf" srcId="{9BD29AE9-5292-4DD1-B6AD-3010B3A7D2A6}" destId="{A9B1E6EF-D8D0-4E7D-A136-7B99DE3FE1DC}" srcOrd="1" destOrd="0" presId="urn:microsoft.com/office/officeart/2005/8/layout/orgChart1"/>
    <dgm:cxn modelId="{8BDAC033-510A-4BB3-A833-D0F427B2B711}" type="presParOf" srcId="{A9B1E6EF-D8D0-4E7D-A136-7B99DE3FE1DC}" destId="{E8FAE149-1FB6-436B-871C-DF2B43B2B7DB}" srcOrd="0" destOrd="0" presId="urn:microsoft.com/office/officeart/2005/8/layout/orgChart1"/>
    <dgm:cxn modelId="{7213027B-1D7D-483D-99D2-7B0C2D252D74}" type="presParOf" srcId="{A9B1E6EF-D8D0-4E7D-A136-7B99DE3FE1DC}" destId="{D9A863A3-7188-469A-A810-B0531861A5AB}" srcOrd="1" destOrd="0" presId="urn:microsoft.com/office/officeart/2005/8/layout/orgChart1"/>
    <dgm:cxn modelId="{06323748-FF5E-4D1A-9DAF-17DEED1E3129}" type="presParOf" srcId="{D9A863A3-7188-469A-A810-B0531861A5AB}" destId="{912A96E0-07CD-4FD0-BECD-82D3451BE7A1}" srcOrd="0" destOrd="0" presId="urn:microsoft.com/office/officeart/2005/8/layout/orgChart1"/>
    <dgm:cxn modelId="{511103FD-4E43-4ABE-BCF3-17C412F12593}" type="presParOf" srcId="{912A96E0-07CD-4FD0-BECD-82D3451BE7A1}" destId="{60C2A81D-6CC7-4653-B361-321BB7BBB028}" srcOrd="0" destOrd="0" presId="urn:microsoft.com/office/officeart/2005/8/layout/orgChart1"/>
    <dgm:cxn modelId="{E727E8DF-4855-44DD-8B31-7F07682777F3}" type="presParOf" srcId="{912A96E0-07CD-4FD0-BECD-82D3451BE7A1}" destId="{E231D937-3C0A-49B8-A034-7151CBC3FDD4}" srcOrd="1" destOrd="0" presId="urn:microsoft.com/office/officeart/2005/8/layout/orgChart1"/>
    <dgm:cxn modelId="{024E5566-5069-4F30-9F4B-1542B6D63183}" type="presParOf" srcId="{D9A863A3-7188-469A-A810-B0531861A5AB}" destId="{222CE260-2843-48AF-A861-F48E061EAB58}" srcOrd="1" destOrd="0" presId="urn:microsoft.com/office/officeart/2005/8/layout/orgChart1"/>
    <dgm:cxn modelId="{3DE4C494-5155-470B-9155-269B68C3C62B}" type="presParOf" srcId="{222CE260-2843-48AF-A861-F48E061EAB58}" destId="{56B26F46-B95E-4123-B77E-716B64F1AB53}" srcOrd="0" destOrd="0" presId="urn:microsoft.com/office/officeart/2005/8/layout/orgChart1"/>
    <dgm:cxn modelId="{FB645FC9-C90D-4B5C-B3C0-DA2D06116D94}" type="presParOf" srcId="{222CE260-2843-48AF-A861-F48E061EAB58}" destId="{337823AB-F8AB-4FC3-AC1B-34969BFCB486}" srcOrd="1" destOrd="0" presId="urn:microsoft.com/office/officeart/2005/8/layout/orgChart1"/>
    <dgm:cxn modelId="{4AF53D63-2E66-4E97-A0A5-6AD13B28D909}" type="presParOf" srcId="{337823AB-F8AB-4FC3-AC1B-34969BFCB486}" destId="{3A419682-104A-4B12-B4F1-E905D44CC527}" srcOrd="0" destOrd="0" presId="urn:microsoft.com/office/officeart/2005/8/layout/orgChart1"/>
    <dgm:cxn modelId="{5F5985BF-8CDD-4E40-A76A-67F191DF7A7C}" type="presParOf" srcId="{3A419682-104A-4B12-B4F1-E905D44CC527}" destId="{C93B9FFB-11E3-47CB-9831-28DA24319EA5}" srcOrd="0" destOrd="0" presId="urn:microsoft.com/office/officeart/2005/8/layout/orgChart1"/>
    <dgm:cxn modelId="{743B9A38-1D5D-4205-BA0B-22F4D023E401}" type="presParOf" srcId="{3A419682-104A-4B12-B4F1-E905D44CC527}" destId="{BCD7F3CD-F995-434B-BA2E-A93D841E4333}" srcOrd="1" destOrd="0" presId="urn:microsoft.com/office/officeart/2005/8/layout/orgChart1"/>
    <dgm:cxn modelId="{F88E3CDC-BA37-4A35-8361-27D7BB4AA663}" type="presParOf" srcId="{337823AB-F8AB-4FC3-AC1B-34969BFCB486}" destId="{8DB624FE-885B-417C-803E-F2E6BBB0606B}" srcOrd="1" destOrd="0" presId="urn:microsoft.com/office/officeart/2005/8/layout/orgChart1"/>
    <dgm:cxn modelId="{CFEC908D-06D5-472C-AA2C-9F83FD6ED75F}" type="presParOf" srcId="{337823AB-F8AB-4FC3-AC1B-34969BFCB486}" destId="{B29E61E0-B3B6-4EC3-952B-020157180884}" srcOrd="2" destOrd="0" presId="urn:microsoft.com/office/officeart/2005/8/layout/orgChart1"/>
    <dgm:cxn modelId="{DBA09904-AC81-43DE-BFD1-24E0E658084E}" type="presParOf" srcId="{D9A863A3-7188-469A-A810-B0531861A5AB}" destId="{D4E86F22-4BF4-40B3-8787-B91D8E37AC76}" srcOrd="2" destOrd="0" presId="urn:microsoft.com/office/officeart/2005/8/layout/orgChart1"/>
    <dgm:cxn modelId="{6D032167-31BA-42F5-849F-4AB8C8BF6CE7}" type="presParOf" srcId="{9BD29AE9-5292-4DD1-B6AD-3010B3A7D2A6}" destId="{2FE7C21B-E620-4A94-85D1-50419ADAB584}" srcOrd="2" destOrd="0" presId="urn:microsoft.com/office/officeart/2005/8/layout/orgChart1"/>
    <dgm:cxn modelId="{5873AA1B-2731-4928-9318-FC6D8114C12C}" type="presParOf" srcId="{889E8F99-AD75-45BA-8341-9C92E9A29EB6}" destId="{BAA7F2CE-F321-4481-A77D-FF29E495278C}" srcOrd="2" destOrd="0" presId="urn:microsoft.com/office/officeart/2005/8/layout/orgChart1"/>
    <dgm:cxn modelId="{23C4881B-3E25-49B2-9DE7-5BF688A28E0F}" type="presParOf" srcId="{A7C11595-F232-4163-85FA-8EAF705C1B5D}" destId="{0EB0B653-658A-4A3A-B154-0F548512F165}" srcOrd="6" destOrd="0" presId="urn:microsoft.com/office/officeart/2005/8/layout/orgChart1"/>
    <dgm:cxn modelId="{3761A875-6CBE-4502-A5AA-1D11844FF9D3}" type="presParOf" srcId="{A7C11595-F232-4163-85FA-8EAF705C1B5D}" destId="{33B1BA9F-958C-423A-A41F-A0C5682FF6D9}" srcOrd="7" destOrd="0" presId="urn:microsoft.com/office/officeart/2005/8/layout/orgChart1"/>
    <dgm:cxn modelId="{6A780490-8111-4F2A-AD8B-C9692B06C1B3}" type="presParOf" srcId="{33B1BA9F-958C-423A-A41F-A0C5682FF6D9}" destId="{87A33C06-F694-4CC0-BB09-4B5C3148DFD6}" srcOrd="0" destOrd="0" presId="urn:microsoft.com/office/officeart/2005/8/layout/orgChart1"/>
    <dgm:cxn modelId="{7D0466A0-E1AF-4E36-AB23-4140A224E23C}" type="presParOf" srcId="{87A33C06-F694-4CC0-BB09-4B5C3148DFD6}" destId="{F0FED5C7-0754-42EE-B5FF-F0B2856DC4A5}" srcOrd="0" destOrd="0" presId="urn:microsoft.com/office/officeart/2005/8/layout/orgChart1"/>
    <dgm:cxn modelId="{668716E5-A71E-420B-A0AC-D28B81D23731}" type="presParOf" srcId="{87A33C06-F694-4CC0-BB09-4B5C3148DFD6}" destId="{1AE293C6-8FCF-40F4-AC6E-F30EA519A66D}" srcOrd="1" destOrd="0" presId="urn:microsoft.com/office/officeart/2005/8/layout/orgChart1"/>
    <dgm:cxn modelId="{65BB1805-1DE0-4979-89B5-94F004D47F6A}" type="presParOf" srcId="{33B1BA9F-958C-423A-A41F-A0C5682FF6D9}" destId="{5B4EB1EA-355C-42BB-A980-99FA9A42F7A7}" srcOrd="1" destOrd="0" presId="urn:microsoft.com/office/officeart/2005/8/layout/orgChart1"/>
    <dgm:cxn modelId="{35DBBDDD-0E69-491F-BCEB-8DB813DDAEED}" type="presParOf" srcId="{5B4EB1EA-355C-42BB-A980-99FA9A42F7A7}" destId="{283BFB3B-80CB-418A-94FF-00D43FED2B67}" srcOrd="0" destOrd="0" presId="urn:microsoft.com/office/officeart/2005/8/layout/orgChart1"/>
    <dgm:cxn modelId="{5376428C-7ACD-4EE8-9FAC-24539E6055FB}" type="presParOf" srcId="{5B4EB1EA-355C-42BB-A980-99FA9A42F7A7}" destId="{85EE3550-29D9-466B-812B-DD4D30C873DF}" srcOrd="1" destOrd="0" presId="urn:microsoft.com/office/officeart/2005/8/layout/orgChart1"/>
    <dgm:cxn modelId="{EBD3F514-62E0-4C09-9BC6-CA475732C129}" type="presParOf" srcId="{85EE3550-29D9-466B-812B-DD4D30C873DF}" destId="{6375D917-28AB-4397-BAD0-EFDE6EE6215C}" srcOrd="0" destOrd="0" presId="urn:microsoft.com/office/officeart/2005/8/layout/orgChart1"/>
    <dgm:cxn modelId="{2E1C5493-A959-4C7F-B6E7-6A46887D56E8}" type="presParOf" srcId="{6375D917-28AB-4397-BAD0-EFDE6EE6215C}" destId="{F55C97A7-710E-4A39-B69E-068ECC05B454}" srcOrd="0" destOrd="0" presId="urn:microsoft.com/office/officeart/2005/8/layout/orgChart1"/>
    <dgm:cxn modelId="{947D364E-D2E7-4AE2-A2C2-A20D1E116B40}" type="presParOf" srcId="{6375D917-28AB-4397-BAD0-EFDE6EE6215C}" destId="{9FC9B6EA-06CD-459F-B813-656A47BF8B8B}" srcOrd="1" destOrd="0" presId="urn:microsoft.com/office/officeart/2005/8/layout/orgChart1"/>
    <dgm:cxn modelId="{6F3594D6-05AD-4CC7-9AA1-1B79442147CF}" type="presParOf" srcId="{85EE3550-29D9-466B-812B-DD4D30C873DF}" destId="{B8A6135D-4E57-4B42-9DD7-1262DF6E54D6}" srcOrd="1" destOrd="0" presId="urn:microsoft.com/office/officeart/2005/8/layout/orgChart1"/>
    <dgm:cxn modelId="{D765770A-FFBA-458D-B0DB-A37CB56915E1}" type="presParOf" srcId="{B8A6135D-4E57-4B42-9DD7-1262DF6E54D6}" destId="{332D3A9B-4400-4B18-8294-921AAFC93269}" srcOrd="0" destOrd="0" presId="urn:microsoft.com/office/officeart/2005/8/layout/orgChart1"/>
    <dgm:cxn modelId="{82280747-2999-4439-8C13-D95BFF914884}" type="presParOf" srcId="{B8A6135D-4E57-4B42-9DD7-1262DF6E54D6}" destId="{2F8988D4-4B84-44BC-8FAF-6A7E264A91A5}" srcOrd="1" destOrd="0" presId="urn:microsoft.com/office/officeart/2005/8/layout/orgChart1"/>
    <dgm:cxn modelId="{1D838CA7-21D3-4828-8614-986A60D05B8D}" type="presParOf" srcId="{2F8988D4-4B84-44BC-8FAF-6A7E264A91A5}" destId="{919D82B1-6517-4FBD-82A0-4187973609FE}" srcOrd="0" destOrd="0" presId="urn:microsoft.com/office/officeart/2005/8/layout/orgChart1"/>
    <dgm:cxn modelId="{D0FC6C14-857A-4640-A9BB-3471AA617705}" type="presParOf" srcId="{919D82B1-6517-4FBD-82A0-4187973609FE}" destId="{7168BE4B-64C7-4AB7-8577-FF3E7D690DCC}" srcOrd="0" destOrd="0" presId="urn:microsoft.com/office/officeart/2005/8/layout/orgChart1"/>
    <dgm:cxn modelId="{31FCF3EF-1F78-42DB-827A-C601482A29C3}" type="presParOf" srcId="{919D82B1-6517-4FBD-82A0-4187973609FE}" destId="{822E8F94-1921-4CA9-8632-9CBC01757153}" srcOrd="1" destOrd="0" presId="urn:microsoft.com/office/officeart/2005/8/layout/orgChart1"/>
    <dgm:cxn modelId="{043F552B-D1F5-4289-9646-225846AE3D23}" type="presParOf" srcId="{2F8988D4-4B84-44BC-8FAF-6A7E264A91A5}" destId="{CCF200C7-3FBF-44AB-A9F9-1A2C3253573B}" srcOrd="1" destOrd="0" presId="urn:microsoft.com/office/officeart/2005/8/layout/orgChart1"/>
    <dgm:cxn modelId="{452109EE-D2FB-41C7-9AF8-1F1C3D00F700}" type="presParOf" srcId="{CCF200C7-3FBF-44AB-A9F9-1A2C3253573B}" destId="{D4F8C19B-391E-4940-846A-37DA5C35E7BF}" srcOrd="0" destOrd="0" presId="urn:microsoft.com/office/officeart/2005/8/layout/orgChart1"/>
    <dgm:cxn modelId="{2A7B1F1C-27D3-4333-B918-6431D2F89B78}" type="presParOf" srcId="{CCF200C7-3FBF-44AB-A9F9-1A2C3253573B}" destId="{C857C762-F200-4A2A-908B-4B0F9C149BB5}" srcOrd="1" destOrd="0" presId="urn:microsoft.com/office/officeart/2005/8/layout/orgChart1"/>
    <dgm:cxn modelId="{D8C42CEA-5D6D-4206-BED8-0FEF26CDA554}" type="presParOf" srcId="{C857C762-F200-4A2A-908B-4B0F9C149BB5}" destId="{7C9FF2E8-C4B7-4572-877F-3E892EF37CFD}" srcOrd="0" destOrd="0" presId="urn:microsoft.com/office/officeart/2005/8/layout/orgChart1"/>
    <dgm:cxn modelId="{F2256ABC-104B-495A-833D-5D9C0E251CD1}" type="presParOf" srcId="{7C9FF2E8-C4B7-4572-877F-3E892EF37CFD}" destId="{D198A6FA-8642-4CAD-A2DC-8B2453E544F0}" srcOrd="0" destOrd="0" presId="urn:microsoft.com/office/officeart/2005/8/layout/orgChart1"/>
    <dgm:cxn modelId="{9C60D135-C736-4EC5-9A50-8528DD9ABB72}" type="presParOf" srcId="{7C9FF2E8-C4B7-4572-877F-3E892EF37CFD}" destId="{0B45592E-2CA3-47AA-ADBE-E12DED6B5319}" srcOrd="1" destOrd="0" presId="urn:microsoft.com/office/officeart/2005/8/layout/orgChart1"/>
    <dgm:cxn modelId="{552263AE-4B4B-46C1-A75C-CF725B613BCB}" type="presParOf" srcId="{C857C762-F200-4A2A-908B-4B0F9C149BB5}" destId="{9ACC18FF-8986-4C6B-8EA9-B725ACA718EB}" srcOrd="1" destOrd="0" presId="urn:microsoft.com/office/officeart/2005/8/layout/orgChart1"/>
    <dgm:cxn modelId="{98FCA5AF-C755-46A6-B185-7DA294C556D8}" type="presParOf" srcId="{C857C762-F200-4A2A-908B-4B0F9C149BB5}" destId="{4F890597-E4ED-425B-9E55-3A331451981C}" srcOrd="2" destOrd="0" presId="urn:microsoft.com/office/officeart/2005/8/layout/orgChart1"/>
    <dgm:cxn modelId="{A2F259A0-EA74-4CC6-82DD-18E16C5473BB}" type="presParOf" srcId="{2F8988D4-4B84-44BC-8FAF-6A7E264A91A5}" destId="{4DBE6D2B-4C8F-4DCD-AE3C-DBB668C9EEE4}" srcOrd="2" destOrd="0" presId="urn:microsoft.com/office/officeart/2005/8/layout/orgChart1"/>
    <dgm:cxn modelId="{3DD7D12C-EB37-494F-8D08-C53FBE4C235D}" type="presParOf" srcId="{B8A6135D-4E57-4B42-9DD7-1262DF6E54D6}" destId="{AACFAADE-E2D5-4913-8E8F-E03DA0D9F9F3}" srcOrd="2" destOrd="0" presId="urn:microsoft.com/office/officeart/2005/8/layout/orgChart1"/>
    <dgm:cxn modelId="{AF94FCDE-CCEB-4DC8-A7CD-A4F6CE35ED3C}" type="presParOf" srcId="{B8A6135D-4E57-4B42-9DD7-1262DF6E54D6}" destId="{643E3915-DEFD-4E83-AD43-51F1A9A5DBD0}" srcOrd="3" destOrd="0" presId="urn:microsoft.com/office/officeart/2005/8/layout/orgChart1"/>
    <dgm:cxn modelId="{F64058F4-9043-4F78-8F2F-2880BE8D0C7B}" type="presParOf" srcId="{643E3915-DEFD-4E83-AD43-51F1A9A5DBD0}" destId="{804C14AD-7277-4799-B974-F86847996035}" srcOrd="0" destOrd="0" presId="urn:microsoft.com/office/officeart/2005/8/layout/orgChart1"/>
    <dgm:cxn modelId="{C4D9A15F-8D65-4265-93CE-45BD777AD717}" type="presParOf" srcId="{804C14AD-7277-4799-B974-F86847996035}" destId="{27B6B416-8EE0-4B09-B21B-EC46483BE859}" srcOrd="0" destOrd="0" presId="urn:microsoft.com/office/officeart/2005/8/layout/orgChart1"/>
    <dgm:cxn modelId="{AB0F5722-0357-4D4C-8D84-FB28F256E0C4}" type="presParOf" srcId="{804C14AD-7277-4799-B974-F86847996035}" destId="{A5B238B4-84C3-4A79-8AC7-9264766F94ED}" srcOrd="1" destOrd="0" presId="urn:microsoft.com/office/officeart/2005/8/layout/orgChart1"/>
    <dgm:cxn modelId="{E43DC706-1B46-42F7-B21F-F15F81EFCCEA}" type="presParOf" srcId="{643E3915-DEFD-4E83-AD43-51F1A9A5DBD0}" destId="{F162CB1A-8565-4A7A-9442-338A637096AB}" srcOrd="1" destOrd="0" presId="urn:microsoft.com/office/officeart/2005/8/layout/orgChart1"/>
    <dgm:cxn modelId="{BDEE69DC-3AEC-4800-9C3B-03666AB3AF9A}" type="presParOf" srcId="{643E3915-DEFD-4E83-AD43-51F1A9A5DBD0}" destId="{11ECC0BA-F03D-47BF-8AC1-3338D4F6514B}" srcOrd="2" destOrd="0" presId="urn:microsoft.com/office/officeart/2005/8/layout/orgChart1"/>
    <dgm:cxn modelId="{FB8B8282-7C91-469E-A52E-509C4736090C}" type="presParOf" srcId="{85EE3550-29D9-466B-812B-DD4D30C873DF}" destId="{DAB3FC62-854C-4861-9CF6-841A3A3964C4}" srcOrd="2" destOrd="0" presId="urn:microsoft.com/office/officeart/2005/8/layout/orgChart1"/>
    <dgm:cxn modelId="{1BF748ED-A291-40DF-AF12-968C6D4871E2}" type="presParOf" srcId="{33B1BA9F-958C-423A-A41F-A0C5682FF6D9}" destId="{9DCBB7A6-D94E-4F54-8153-0B525F99DE36}" srcOrd="2" destOrd="0" presId="urn:microsoft.com/office/officeart/2005/8/layout/orgChart1"/>
    <dgm:cxn modelId="{07E4B6AD-4A95-4668-A209-3D399406BF25}" type="presParOf" srcId="{A7C11595-F232-4163-85FA-8EAF705C1B5D}" destId="{84F5AB07-0C39-4893-A920-57594158BD9B}" srcOrd="8" destOrd="0" presId="urn:microsoft.com/office/officeart/2005/8/layout/orgChart1"/>
    <dgm:cxn modelId="{47AFE96A-8FC4-417D-A4C1-B2EA8563723F}" type="presParOf" srcId="{A7C11595-F232-4163-85FA-8EAF705C1B5D}" destId="{93A1A191-3A65-445F-BB8A-F6F6BD116339}" srcOrd="9" destOrd="0" presId="urn:microsoft.com/office/officeart/2005/8/layout/orgChart1"/>
    <dgm:cxn modelId="{228DF4D5-31A2-4077-A397-C0E64D7D4952}" type="presParOf" srcId="{93A1A191-3A65-445F-BB8A-F6F6BD116339}" destId="{6BF9E2DC-DE2B-4B03-A833-4391A145053E}" srcOrd="0" destOrd="0" presId="urn:microsoft.com/office/officeart/2005/8/layout/orgChart1"/>
    <dgm:cxn modelId="{982A5922-4288-4A12-94D5-B7509D34C635}" type="presParOf" srcId="{6BF9E2DC-DE2B-4B03-A833-4391A145053E}" destId="{604794B7-911B-4637-A00F-301CDA89790B}" srcOrd="0" destOrd="0" presId="urn:microsoft.com/office/officeart/2005/8/layout/orgChart1"/>
    <dgm:cxn modelId="{C2F366D9-CB8F-45EF-9BB4-A72AA90773BE}" type="presParOf" srcId="{6BF9E2DC-DE2B-4B03-A833-4391A145053E}" destId="{8CA0E559-19EF-4516-B485-EE102A880AB3}" srcOrd="1" destOrd="0" presId="urn:microsoft.com/office/officeart/2005/8/layout/orgChart1"/>
    <dgm:cxn modelId="{D16E1198-ADF6-43E5-8647-173CA0321E42}" type="presParOf" srcId="{93A1A191-3A65-445F-BB8A-F6F6BD116339}" destId="{BE820D91-CF89-46A1-AA4A-60676AF77DE6}" srcOrd="1" destOrd="0" presId="urn:microsoft.com/office/officeart/2005/8/layout/orgChart1"/>
    <dgm:cxn modelId="{50513C0C-6DB8-4925-B17A-540BF3353677}" type="presParOf" srcId="{BE820D91-CF89-46A1-AA4A-60676AF77DE6}" destId="{D47A8E27-B674-4AFA-88D7-7C7BC95CCC14}" srcOrd="0" destOrd="0" presId="urn:microsoft.com/office/officeart/2005/8/layout/orgChart1"/>
    <dgm:cxn modelId="{1C151487-5F32-4E91-BBBE-4A97561A43BE}" type="presParOf" srcId="{BE820D91-CF89-46A1-AA4A-60676AF77DE6}" destId="{04434000-6051-4246-9764-439545984B76}" srcOrd="1" destOrd="0" presId="urn:microsoft.com/office/officeart/2005/8/layout/orgChart1"/>
    <dgm:cxn modelId="{4DAD975C-14DE-4C54-9F22-016184FDAA93}" type="presParOf" srcId="{04434000-6051-4246-9764-439545984B76}" destId="{15DD0D65-D348-464D-AFDE-6320D9A0E372}" srcOrd="0" destOrd="0" presId="urn:microsoft.com/office/officeart/2005/8/layout/orgChart1"/>
    <dgm:cxn modelId="{FE3BE484-4D12-472B-9249-A588125CC84E}" type="presParOf" srcId="{15DD0D65-D348-464D-AFDE-6320D9A0E372}" destId="{FE31FBB8-3D0F-4538-8ED8-313A09E3AFEF}" srcOrd="0" destOrd="0" presId="urn:microsoft.com/office/officeart/2005/8/layout/orgChart1"/>
    <dgm:cxn modelId="{283A6F91-FC8B-4053-A506-9878C286A62F}" type="presParOf" srcId="{15DD0D65-D348-464D-AFDE-6320D9A0E372}" destId="{54EC11D4-CC7A-44F3-A05E-5EC8FD3F544E}" srcOrd="1" destOrd="0" presId="urn:microsoft.com/office/officeart/2005/8/layout/orgChart1"/>
    <dgm:cxn modelId="{7A60FA17-4A13-479C-9A0D-2AC48D7F0DE0}" type="presParOf" srcId="{04434000-6051-4246-9764-439545984B76}" destId="{72DA3676-D2F5-4639-B348-B370AFF31983}" srcOrd="1" destOrd="0" presId="urn:microsoft.com/office/officeart/2005/8/layout/orgChart1"/>
    <dgm:cxn modelId="{FE0B1E89-15C0-4256-90BB-4DC5AF133817}" type="presParOf" srcId="{72DA3676-D2F5-4639-B348-B370AFF31983}" destId="{0C9F4EBF-C3FD-4202-A3A1-21F9BB3AB0DC}" srcOrd="0" destOrd="0" presId="urn:microsoft.com/office/officeart/2005/8/layout/orgChart1"/>
    <dgm:cxn modelId="{C33DD97A-DE36-41AE-AA1A-866DC59DBC8C}" type="presParOf" srcId="{72DA3676-D2F5-4639-B348-B370AFF31983}" destId="{92D5826C-1A2D-4428-A272-A5DC3049F220}" srcOrd="1" destOrd="0" presId="urn:microsoft.com/office/officeart/2005/8/layout/orgChart1"/>
    <dgm:cxn modelId="{B673B35B-ED2C-4E3F-9526-A1F87840FCF3}" type="presParOf" srcId="{92D5826C-1A2D-4428-A272-A5DC3049F220}" destId="{2227EEA7-687F-42AE-90EC-EEFE317A5A04}" srcOrd="0" destOrd="0" presId="urn:microsoft.com/office/officeart/2005/8/layout/orgChart1"/>
    <dgm:cxn modelId="{FAB2E195-C3A0-4F4A-8EAF-685719284BAB}" type="presParOf" srcId="{2227EEA7-687F-42AE-90EC-EEFE317A5A04}" destId="{68217BAE-E404-4FFA-BAD5-0813D8F3CC68}" srcOrd="0" destOrd="0" presId="urn:microsoft.com/office/officeart/2005/8/layout/orgChart1"/>
    <dgm:cxn modelId="{89C992B6-73D6-4218-949D-2B878282251C}" type="presParOf" srcId="{2227EEA7-687F-42AE-90EC-EEFE317A5A04}" destId="{04CBB25B-A0DD-4BFC-A636-F55C540E3406}" srcOrd="1" destOrd="0" presId="urn:microsoft.com/office/officeart/2005/8/layout/orgChart1"/>
    <dgm:cxn modelId="{D9E95554-5120-4A36-A27D-410BC549344B}" type="presParOf" srcId="{92D5826C-1A2D-4428-A272-A5DC3049F220}" destId="{C2E09303-B827-42F8-80FC-DFB8FAFA074A}" srcOrd="1" destOrd="0" presId="urn:microsoft.com/office/officeart/2005/8/layout/orgChart1"/>
    <dgm:cxn modelId="{B6CDBDEF-E623-4399-9146-0482FE756ADA}" type="presParOf" srcId="{C2E09303-B827-42F8-80FC-DFB8FAFA074A}" destId="{E623131C-0DEA-4D09-8BB7-6032B894D86B}" srcOrd="0" destOrd="0" presId="urn:microsoft.com/office/officeart/2005/8/layout/orgChart1"/>
    <dgm:cxn modelId="{412C98D4-86B4-46E6-8357-4235E24A673E}" type="presParOf" srcId="{C2E09303-B827-42F8-80FC-DFB8FAFA074A}" destId="{2434B98E-1D5F-49E6-B24A-89C37CEE1F74}" srcOrd="1" destOrd="0" presId="urn:microsoft.com/office/officeart/2005/8/layout/orgChart1"/>
    <dgm:cxn modelId="{C3E22DA0-EE64-40AC-98C4-6822FE4B2535}" type="presParOf" srcId="{2434B98E-1D5F-49E6-B24A-89C37CEE1F74}" destId="{D7C3AEE7-2266-45CC-AF83-71C36FB58BA7}" srcOrd="0" destOrd="0" presId="urn:microsoft.com/office/officeart/2005/8/layout/orgChart1"/>
    <dgm:cxn modelId="{69D37CE6-F4A0-40AA-B326-C8A6E40460DC}" type="presParOf" srcId="{D7C3AEE7-2266-45CC-AF83-71C36FB58BA7}" destId="{DA377761-4971-460D-919E-F63FCD1B7AC5}" srcOrd="0" destOrd="0" presId="urn:microsoft.com/office/officeart/2005/8/layout/orgChart1"/>
    <dgm:cxn modelId="{E8D7178F-D213-4089-98A7-0668F78111AB}" type="presParOf" srcId="{D7C3AEE7-2266-45CC-AF83-71C36FB58BA7}" destId="{6C217B5B-B8F1-4774-8F7D-7B86F828B220}" srcOrd="1" destOrd="0" presId="urn:microsoft.com/office/officeart/2005/8/layout/orgChart1"/>
    <dgm:cxn modelId="{FDF60855-E5FE-4114-9C71-AE598C611DE3}" type="presParOf" srcId="{2434B98E-1D5F-49E6-B24A-89C37CEE1F74}" destId="{C7F6CA1A-483A-4D4B-9062-73DD7D1937C9}" srcOrd="1" destOrd="0" presId="urn:microsoft.com/office/officeart/2005/8/layout/orgChart1"/>
    <dgm:cxn modelId="{B618E92C-07D8-4592-BD4A-4F881B5B5127}" type="presParOf" srcId="{2434B98E-1D5F-49E6-B24A-89C37CEE1F74}" destId="{513D57A5-80F7-41E6-9988-CA84F1F5A558}" srcOrd="2" destOrd="0" presId="urn:microsoft.com/office/officeart/2005/8/layout/orgChart1"/>
    <dgm:cxn modelId="{62199A30-8247-410D-B222-5E6B2792DDE7}" type="presParOf" srcId="{92D5826C-1A2D-4428-A272-A5DC3049F220}" destId="{2B51B52D-51C4-47A4-B645-B1936B02492A}" srcOrd="2" destOrd="0" presId="urn:microsoft.com/office/officeart/2005/8/layout/orgChart1"/>
    <dgm:cxn modelId="{29F9A563-BDAE-4B59-BB34-106823ACC9FE}" type="presParOf" srcId="{04434000-6051-4246-9764-439545984B76}" destId="{42BE3D76-AC41-49E6-A1DD-84F7DD73E4A1}" srcOrd="2" destOrd="0" presId="urn:microsoft.com/office/officeart/2005/8/layout/orgChart1"/>
    <dgm:cxn modelId="{13F24AB7-2785-419B-93C4-F461AA3BA9D1}" type="presParOf" srcId="{93A1A191-3A65-445F-BB8A-F6F6BD116339}" destId="{474F98C6-589C-43BE-9DA7-E7C87E608D83}" srcOrd="2" destOrd="0" presId="urn:microsoft.com/office/officeart/2005/8/layout/orgChart1"/>
    <dgm:cxn modelId="{5DBA737F-EEFC-427C-B370-8C109B78DC5D}" type="presParOf" srcId="{A7C11595-F232-4163-85FA-8EAF705C1B5D}" destId="{9A50FAD9-E074-44FA-81C7-C034E961CDEC}" srcOrd="10" destOrd="0" presId="urn:microsoft.com/office/officeart/2005/8/layout/orgChart1"/>
    <dgm:cxn modelId="{585B7332-896A-4301-A52A-F0C9A346D490}" type="presParOf" srcId="{A7C11595-F232-4163-85FA-8EAF705C1B5D}" destId="{128062DC-5515-4C9C-AEE0-F313874E8086}" srcOrd="11" destOrd="0" presId="urn:microsoft.com/office/officeart/2005/8/layout/orgChart1"/>
    <dgm:cxn modelId="{F0DC0A40-8FA5-4EC5-B959-EDA9DC7F56E5}" type="presParOf" srcId="{128062DC-5515-4C9C-AEE0-F313874E8086}" destId="{1973F2EB-914C-44A8-B043-32342A1C9765}" srcOrd="0" destOrd="0" presId="urn:microsoft.com/office/officeart/2005/8/layout/orgChart1"/>
    <dgm:cxn modelId="{D2AF0A20-50C0-4FD1-BA18-1F1614B50694}" type="presParOf" srcId="{1973F2EB-914C-44A8-B043-32342A1C9765}" destId="{75405E9A-3838-4CD3-BE51-AA8E5E0381E2}" srcOrd="0" destOrd="0" presId="urn:microsoft.com/office/officeart/2005/8/layout/orgChart1"/>
    <dgm:cxn modelId="{3D154FA5-9CA0-4B48-95B1-48AFB3E7B168}" type="presParOf" srcId="{1973F2EB-914C-44A8-B043-32342A1C9765}" destId="{E918C54D-94A7-4CC9-B37B-FBEC709E79ED}" srcOrd="1" destOrd="0" presId="urn:microsoft.com/office/officeart/2005/8/layout/orgChart1"/>
    <dgm:cxn modelId="{C202D1A1-385A-48CE-A831-79E60AC8C3C7}" type="presParOf" srcId="{128062DC-5515-4C9C-AEE0-F313874E8086}" destId="{68426905-0032-4C60-A998-383282275335}" srcOrd="1" destOrd="0" presId="urn:microsoft.com/office/officeart/2005/8/layout/orgChart1"/>
    <dgm:cxn modelId="{B6FEE724-1305-439E-A893-A8175C547E03}" type="presParOf" srcId="{68426905-0032-4C60-A998-383282275335}" destId="{EC1A36B2-1AAE-4283-B4A4-310FA0FF9F60}" srcOrd="0" destOrd="0" presId="urn:microsoft.com/office/officeart/2005/8/layout/orgChart1"/>
    <dgm:cxn modelId="{8119CB31-443D-4649-8372-A70E6C01FF38}" type="presParOf" srcId="{68426905-0032-4C60-A998-383282275335}" destId="{D3907750-77D0-4EB3-9545-CA85E584F9D0}" srcOrd="1" destOrd="0" presId="urn:microsoft.com/office/officeart/2005/8/layout/orgChart1"/>
    <dgm:cxn modelId="{E424642D-5ABB-43C4-8835-D4AA3A1EE3B0}" type="presParOf" srcId="{D3907750-77D0-4EB3-9545-CA85E584F9D0}" destId="{D9FA148E-1794-48FA-AABF-FCBB98B1DA6A}" srcOrd="0" destOrd="0" presId="urn:microsoft.com/office/officeart/2005/8/layout/orgChart1"/>
    <dgm:cxn modelId="{F6E1670A-859B-495B-9A94-4297ED8DC008}" type="presParOf" srcId="{D9FA148E-1794-48FA-AABF-FCBB98B1DA6A}" destId="{CA03923B-2F30-44AB-A63E-E38D0B5BB9C5}" srcOrd="0" destOrd="0" presId="urn:microsoft.com/office/officeart/2005/8/layout/orgChart1"/>
    <dgm:cxn modelId="{D680A257-B709-4E14-A721-4DAAB114B9C3}" type="presParOf" srcId="{D9FA148E-1794-48FA-AABF-FCBB98B1DA6A}" destId="{FA023AC4-EC83-427B-8DC0-C093368C6A47}" srcOrd="1" destOrd="0" presId="urn:microsoft.com/office/officeart/2005/8/layout/orgChart1"/>
    <dgm:cxn modelId="{34F8D1A9-4221-4838-8670-330ED19250F6}" type="presParOf" srcId="{D3907750-77D0-4EB3-9545-CA85E584F9D0}" destId="{80E27C16-AB4E-4667-908B-1667273C28A4}" srcOrd="1" destOrd="0" presId="urn:microsoft.com/office/officeart/2005/8/layout/orgChart1"/>
    <dgm:cxn modelId="{2837E804-195B-4533-A276-552CBFCB09DA}" type="presParOf" srcId="{80E27C16-AB4E-4667-908B-1667273C28A4}" destId="{ADCD1108-11A5-468C-9ABF-C1942A0AE05B}" srcOrd="0" destOrd="0" presId="urn:microsoft.com/office/officeart/2005/8/layout/orgChart1"/>
    <dgm:cxn modelId="{A07F9F3E-CCC8-4032-ACCC-E80D9B08DB5A}" type="presParOf" srcId="{80E27C16-AB4E-4667-908B-1667273C28A4}" destId="{00727E20-3347-4CB4-83D7-7811098FC199}" srcOrd="1" destOrd="0" presId="urn:microsoft.com/office/officeart/2005/8/layout/orgChart1"/>
    <dgm:cxn modelId="{E04F9BF1-CE17-4F55-A004-9299F615B85B}" type="presParOf" srcId="{00727E20-3347-4CB4-83D7-7811098FC199}" destId="{56E438F9-8460-401E-A6C6-2608A6CE9140}" srcOrd="0" destOrd="0" presId="urn:microsoft.com/office/officeart/2005/8/layout/orgChart1"/>
    <dgm:cxn modelId="{2113A9C7-7726-46D4-8E83-E9FE2F5A1F46}" type="presParOf" srcId="{56E438F9-8460-401E-A6C6-2608A6CE9140}" destId="{456459B5-ADE4-40B3-B663-8B2A49B9045E}" srcOrd="0" destOrd="0" presId="urn:microsoft.com/office/officeart/2005/8/layout/orgChart1"/>
    <dgm:cxn modelId="{930B4CBF-5557-40E6-8D74-E8AF679BD635}" type="presParOf" srcId="{56E438F9-8460-401E-A6C6-2608A6CE9140}" destId="{B7BF15B9-C41E-4B61-ABBB-D6B31AAB146D}" srcOrd="1" destOrd="0" presId="urn:microsoft.com/office/officeart/2005/8/layout/orgChart1"/>
    <dgm:cxn modelId="{8A9219E3-8D28-42C2-B6B3-0E4BFAD726B9}" type="presParOf" srcId="{00727E20-3347-4CB4-83D7-7811098FC199}" destId="{86EE01DE-2C6A-47DB-B24E-2B0E8423B77D}" srcOrd="1" destOrd="0" presId="urn:microsoft.com/office/officeart/2005/8/layout/orgChart1"/>
    <dgm:cxn modelId="{EE47505E-5722-45F6-A7CF-0C170C3EEC72}" type="presParOf" srcId="{00727E20-3347-4CB4-83D7-7811098FC199}" destId="{C539397B-7E98-4507-A50D-FC9064DAFA7D}" srcOrd="2" destOrd="0" presId="urn:microsoft.com/office/officeart/2005/8/layout/orgChart1"/>
    <dgm:cxn modelId="{8EF400E3-65C8-45AE-A956-E5539623B0DE}" type="presParOf" srcId="{D3907750-77D0-4EB3-9545-CA85E584F9D0}" destId="{7555BE4B-7D36-4C19-8F73-8338182F52CB}" srcOrd="2" destOrd="0" presId="urn:microsoft.com/office/officeart/2005/8/layout/orgChart1"/>
    <dgm:cxn modelId="{8FA92F42-57A1-4B80-8228-5713D521814C}" type="presParOf" srcId="{128062DC-5515-4C9C-AEE0-F313874E8086}" destId="{C4418738-63D6-43AD-94A5-743C0438535A}" srcOrd="2" destOrd="0" presId="urn:microsoft.com/office/officeart/2005/8/layout/orgChart1"/>
    <dgm:cxn modelId="{49EB0BFB-B66A-47BA-A629-FD48A89A1D33}" type="presParOf" srcId="{A7C11595-F232-4163-85FA-8EAF705C1B5D}" destId="{BD036290-BE8B-4F01-AF83-173967736EBE}" srcOrd="12" destOrd="0" presId="urn:microsoft.com/office/officeart/2005/8/layout/orgChart1"/>
    <dgm:cxn modelId="{73CE79B3-DEFB-40E0-B55C-CFD4DBE4CF47}" type="presParOf" srcId="{A7C11595-F232-4163-85FA-8EAF705C1B5D}" destId="{8BFED4A9-A4D0-41F4-AE57-0F1297E0C356}" srcOrd="13" destOrd="0" presId="urn:microsoft.com/office/officeart/2005/8/layout/orgChart1"/>
    <dgm:cxn modelId="{97993910-7B23-4AFC-AB08-B57C19BAB31A}" type="presParOf" srcId="{8BFED4A9-A4D0-41F4-AE57-0F1297E0C356}" destId="{27D4370E-F9F3-43C6-A094-92036580F01E}" srcOrd="0" destOrd="0" presId="urn:microsoft.com/office/officeart/2005/8/layout/orgChart1"/>
    <dgm:cxn modelId="{1A5B2ADC-1910-4DA1-8092-279B42C326EF}" type="presParOf" srcId="{27D4370E-F9F3-43C6-A094-92036580F01E}" destId="{DEAAA468-9640-4126-A86A-267B0BC10FDF}" srcOrd="0" destOrd="0" presId="urn:microsoft.com/office/officeart/2005/8/layout/orgChart1"/>
    <dgm:cxn modelId="{54132D65-EC1C-4047-8FC1-174C99CABE2B}" type="presParOf" srcId="{27D4370E-F9F3-43C6-A094-92036580F01E}" destId="{CEDAC15F-7FF2-43BD-8DF2-3E1635403B65}" srcOrd="1" destOrd="0" presId="urn:microsoft.com/office/officeart/2005/8/layout/orgChart1"/>
    <dgm:cxn modelId="{C1F1A154-011C-4EED-A70D-DA8C331F85A9}" type="presParOf" srcId="{8BFED4A9-A4D0-41F4-AE57-0F1297E0C356}" destId="{B63C84F0-E6D0-4F72-A6CD-96E4C8D51719}" srcOrd="1" destOrd="0" presId="urn:microsoft.com/office/officeart/2005/8/layout/orgChart1"/>
    <dgm:cxn modelId="{70B36A08-B5E8-4F5D-920B-4A0685FD1433}" type="presParOf" srcId="{B63C84F0-E6D0-4F72-A6CD-96E4C8D51719}" destId="{B68AE5B8-C78A-43F7-8ADD-3AA790B680FB}" srcOrd="0" destOrd="0" presId="urn:microsoft.com/office/officeart/2005/8/layout/orgChart1"/>
    <dgm:cxn modelId="{9D88E859-C574-454A-898C-651FDE11E4C3}" type="presParOf" srcId="{B63C84F0-E6D0-4F72-A6CD-96E4C8D51719}" destId="{4AAA1A16-7DD2-47CB-89BE-27572B7477D5}" srcOrd="1" destOrd="0" presId="urn:microsoft.com/office/officeart/2005/8/layout/orgChart1"/>
    <dgm:cxn modelId="{D6ED1C91-44B7-4DDB-9818-9409362EE05F}" type="presParOf" srcId="{4AAA1A16-7DD2-47CB-89BE-27572B7477D5}" destId="{ECFEFD04-40F9-416E-B5F4-FA58A01CAFA6}" srcOrd="0" destOrd="0" presId="urn:microsoft.com/office/officeart/2005/8/layout/orgChart1"/>
    <dgm:cxn modelId="{2DA3B06F-738A-4D2D-99A8-E028AC60A314}" type="presParOf" srcId="{ECFEFD04-40F9-416E-B5F4-FA58A01CAFA6}" destId="{32482A78-9353-4899-9BD0-B7A0B2F763AE}" srcOrd="0" destOrd="0" presId="urn:microsoft.com/office/officeart/2005/8/layout/orgChart1"/>
    <dgm:cxn modelId="{20C90FD7-B03C-42E6-851F-82AF29CC68F5}" type="presParOf" srcId="{ECFEFD04-40F9-416E-B5F4-FA58A01CAFA6}" destId="{3D032A54-B5DA-4032-8BE1-362DB37E23FD}" srcOrd="1" destOrd="0" presId="urn:microsoft.com/office/officeart/2005/8/layout/orgChart1"/>
    <dgm:cxn modelId="{C5EF23AF-4998-4B6D-8A0B-5D03C2CFF9A1}" type="presParOf" srcId="{4AAA1A16-7DD2-47CB-89BE-27572B7477D5}" destId="{B8D6903B-25A5-4F66-BF53-4F857DDCB490}" srcOrd="1" destOrd="0" presId="urn:microsoft.com/office/officeart/2005/8/layout/orgChart1"/>
    <dgm:cxn modelId="{7581BF3E-0B73-4E5E-BE40-5DE798A15A56}" type="presParOf" srcId="{B8D6903B-25A5-4F66-BF53-4F857DDCB490}" destId="{1FFE4459-04CD-44CC-8982-5CEB685EBC97}" srcOrd="0" destOrd="0" presId="urn:microsoft.com/office/officeart/2005/8/layout/orgChart1"/>
    <dgm:cxn modelId="{324C37E1-6971-4E2E-853E-8FF98C5E7466}" type="presParOf" srcId="{B8D6903B-25A5-4F66-BF53-4F857DDCB490}" destId="{8BA5EFB3-F0CA-4C8D-A527-F6A8405CE6A2}" srcOrd="1" destOrd="0" presId="urn:microsoft.com/office/officeart/2005/8/layout/orgChart1"/>
    <dgm:cxn modelId="{834E48AD-590C-43EC-B04C-615C7AC4D4A7}" type="presParOf" srcId="{8BA5EFB3-F0CA-4C8D-A527-F6A8405CE6A2}" destId="{92779C1C-054D-46B0-A056-D8A2D5E85D3B}" srcOrd="0" destOrd="0" presId="urn:microsoft.com/office/officeart/2005/8/layout/orgChart1"/>
    <dgm:cxn modelId="{477DCCEC-E2EB-4A2E-8277-322F8E23951B}" type="presParOf" srcId="{92779C1C-054D-46B0-A056-D8A2D5E85D3B}" destId="{842F3502-341B-4DC0-ABA4-3DF087EF38B6}" srcOrd="0" destOrd="0" presId="urn:microsoft.com/office/officeart/2005/8/layout/orgChart1"/>
    <dgm:cxn modelId="{BBC17E4B-2C25-4DE7-B47F-C4BAC2841603}" type="presParOf" srcId="{92779C1C-054D-46B0-A056-D8A2D5E85D3B}" destId="{0D7DCEBB-CE33-49E1-9B4B-BB3A8A435FE1}" srcOrd="1" destOrd="0" presId="urn:microsoft.com/office/officeart/2005/8/layout/orgChart1"/>
    <dgm:cxn modelId="{78FE6058-6639-4FAF-9FCA-F591559FCA68}" type="presParOf" srcId="{8BA5EFB3-F0CA-4C8D-A527-F6A8405CE6A2}" destId="{FA208FED-388E-451B-994C-12CDD99CBDA4}" srcOrd="1" destOrd="0" presId="urn:microsoft.com/office/officeart/2005/8/layout/orgChart1"/>
    <dgm:cxn modelId="{4CB37284-A318-4025-A47D-2B2F3454D0FD}" type="presParOf" srcId="{FA208FED-388E-451B-994C-12CDD99CBDA4}" destId="{689B626A-E270-43E2-937D-2C69209CBE7F}" srcOrd="0" destOrd="0" presId="urn:microsoft.com/office/officeart/2005/8/layout/orgChart1"/>
    <dgm:cxn modelId="{A5A733CC-1262-4EDB-9D87-92CAAF3F2015}" type="presParOf" srcId="{FA208FED-388E-451B-994C-12CDD99CBDA4}" destId="{2C60D3A7-6C8E-4E10-A743-1315B0BD07F3}" srcOrd="1" destOrd="0" presId="urn:microsoft.com/office/officeart/2005/8/layout/orgChart1"/>
    <dgm:cxn modelId="{1FF8B0CF-9E7E-4EC9-8E1A-89AC92FCF8D4}" type="presParOf" srcId="{2C60D3A7-6C8E-4E10-A743-1315B0BD07F3}" destId="{63EF72A9-DF9D-4A46-B2A0-B4C9C6C6A41D}" srcOrd="0" destOrd="0" presId="urn:microsoft.com/office/officeart/2005/8/layout/orgChart1"/>
    <dgm:cxn modelId="{C982924F-AF25-4D8D-8616-3AE74D75035A}" type="presParOf" srcId="{63EF72A9-DF9D-4A46-B2A0-B4C9C6C6A41D}" destId="{23E0C35A-063C-447A-A5AE-9B4D037A8206}" srcOrd="0" destOrd="0" presId="urn:microsoft.com/office/officeart/2005/8/layout/orgChart1"/>
    <dgm:cxn modelId="{2910BA69-0245-4E4A-AA56-3826F4137906}" type="presParOf" srcId="{63EF72A9-DF9D-4A46-B2A0-B4C9C6C6A41D}" destId="{1DE2E852-17A2-4AEF-A228-C6472406137C}" srcOrd="1" destOrd="0" presId="urn:microsoft.com/office/officeart/2005/8/layout/orgChart1"/>
    <dgm:cxn modelId="{E83D9F0C-E81B-45C3-8D7A-0638FF272BF5}" type="presParOf" srcId="{2C60D3A7-6C8E-4E10-A743-1315B0BD07F3}" destId="{C09E98DA-F383-4075-B19C-A7ACB42A9472}" srcOrd="1" destOrd="0" presId="urn:microsoft.com/office/officeart/2005/8/layout/orgChart1"/>
    <dgm:cxn modelId="{3B938889-1425-41C3-9ADE-E1CE669A0BE6}" type="presParOf" srcId="{2C60D3A7-6C8E-4E10-A743-1315B0BD07F3}" destId="{1EB5B765-017C-4F36-8344-7D83C55C0664}" srcOrd="2" destOrd="0" presId="urn:microsoft.com/office/officeart/2005/8/layout/orgChart1"/>
    <dgm:cxn modelId="{8BA4CC3E-D3FE-4BE2-B1E4-029E71039FD7}" type="presParOf" srcId="{FA208FED-388E-451B-994C-12CDD99CBDA4}" destId="{4A6984D4-BE9B-4E96-8571-694F2A051647}" srcOrd="2" destOrd="0" presId="urn:microsoft.com/office/officeart/2005/8/layout/orgChart1"/>
    <dgm:cxn modelId="{1FB76877-A078-421F-B55E-91B92AA3A644}" type="presParOf" srcId="{FA208FED-388E-451B-994C-12CDD99CBDA4}" destId="{A4F7BD6E-9B09-4EDF-AB9D-6817FDF9DFB9}" srcOrd="3" destOrd="0" presId="urn:microsoft.com/office/officeart/2005/8/layout/orgChart1"/>
    <dgm:cxn modelId="{B8F37E73-7518-4895-BB74-36FD3090E40D}" type="presParOf" srcId="{A4F7BD6E-9B09-4EDF-AB9D-6817FDF9DFB9}" destId="{BFCFEFC0-0DAF-4E7B-ABCD-6A03EB3286F4}" srcOrd="0" destOrd="0" presId="urn:microsoft.com/office/officeart/2005/8/layout/orgChart1"/>
    <dgm:cxn modelId="{9AFE3042-241B-4A1E-9B39-C228364E5C63}" type="presParOf" srcId="{BFCFEFC0-0DAF-4E7B-ABCD-6A03EB3286F4}" destId="{977EC86E-E076-4F30-BB16-B3AED5A296F7}" srcOrd="0" destOrd="0" presId="urn:microsoft.com/office/officeart/2005/8/layout/orgChart1"/>
    <dgm:cxn modelId="{D7AAD7F7-A43B-4319-A0FC-53B4429307BF}" type="presParOf" srcId="{BFCFEFC0-0DAF-4E7B-ABCD-6A03EB3286F4}" destId="{24701AEA-F3D3-457E-95C7-8D73B24A2088}" srcOrd="1" destOrd="0" presId="urn:microsoft.com/office/officeart/2005/8/layout/orgChart1"/>
    <dgm:cxn modelId="{28DA6955-90D0-473B-BBED-FA512581593E}" type="presParOf" srcId="{A4F7BD6E-9B09-4EDF-AB9D-6817FDF9DFB9}" destId="{662F7805-B3DE-42B6-9EB6-9D0E373A80FE}" srcOrd="1" destOrd="0" presId="urn:microsoft.com/office/officeart/2005/8/layout/orgChart1"/>
    <dgm:cxn modelId="{082E7F3A-38C7-481F-8085-93ECCB6E9FDA}" type="presParOf" srcId="{A4F7BD6E-9B09-4EDF-AB9D-6817FDF9DFB9}" destId="{616C4955-FABC-4804-AFD4-28E67B2E8065}" srcOrd="2" destOrd="0" presId="urn:microsoft.com/office/officeart/2005/8/layout/orgChart1"/>
    <dgm:cxn modelId="{A6755412-92A2-44B8-98FA-9696C559AAE4}" type="presParOf" srcId="{8BA5EFB3-F0CA-4C8D-A527-F6A8405CE6A2}" destId="{7070576D-4602-4DCF-A047-5FBCCF671F9A}" srcOrd="2" destOrd="0" presId="urn:microsoft.com/office/officeart/2005/8/layout/orgChart1"/>
    <dgm:cxn modelId="{8FE65CD9-25D5-4C0B-B53F-BFA9C0A29F4A}" type="presParOf" srcId="{4AAA1A16-7DD2-47CB-89BE-27572B7477D5}" destId="{027B58B6-9B2F-4B9B-A080-15A1B31D1855}" srcOrd="2" destOrd="0" presId="urn:microsoft.com/office/officeart/2005/8/layout/orgChart1"/>
    <dgm:cxn modelId="{130B8ED4-7943-43AE-AF50-E62816E5641D}" type="presParOf" srcId="{8BFED4A9-A4D0-41F4-AE57-0F1297E0C356}" destId="{E463E567-60AE-446F-BF30-DB152FE353BE}" srcOrd="2" destOrd="0" presId="urn:microsoft.com/office/officeart/2005/8/layout/orgChart1"/>
    <dgm:cxn modelId="{531618A7-133E-4FA4-BBD2-B15976A8C2E6}" type="presParOf" srcId="{A7C11595-F232-4163-85FA-8EAF705C1B5D}" destId="{FFD5AAD6-91F8-4C49-A7BB-6B693521A7B6}" srcOrd="14" destOrd="0" presId="urn:microsoft.com/office/officeart/2005/8/layout/orgChart1"/>
    <dgm:cxn modelId="{6A330FF6-C7E7-41A8-BD42-2B670DFEA3C2}" type="presParOf" srcId="{A7C11595-F232-4163-85FA-8EAF705C1B5D}" destId="{A28BB8A6-3658-4208-B084-BEAA8F6C38B8}" srcOrd="15" destOrd="0" presId="urn:microsoft.com/office/officeart/2005/8/layout/orgChart1"/>
    <dgm:cxn modelId="{C3266E91-9632-4B19-8272-552E1451DCFE}" type="presParOf" srcId="{A28BB8A6-3658-4208-B084-BEAA8F6C38B8}" destId="{3CC891B2-BF98-4947-BEAD-BCF9928AA8B5}" srcOrd="0" destOrd="0" presId="urn:microsoft.com/office/officeart/2005/8/layout/orgChart1"/>
    <dgm:cxn modelId="{CA02D289-8BE5-47FB-999C-75944D244874}" type="presParOf" srcId="{3CC891B2-BF98-4947-BEAD-BCF9928AA8B5}" destId="{64E148C8-5A3A-4895-941C-37CDEF058CA8}" srcOrd="0" destOrd="0" presId="urn:microsoft.com/office/officeart/2005/8/layout/orgChart1"/>
    <dgm:cxn modelId="{F989CE96-3F88-4339-B6D9-5845DC05F24A}" type="presParOf" srcId="{3CC891B2-BF98-4947-BEAD-BCF9928AA8B5}" destId="{FF12E030-4F9D-4306-8113-F1540E428ADC}" srcOrd="1" destOrd="0" presId="urn:microsoft.com/office/officeart/2005/8/layout/orgChart1"/>
    <dgm:cxn modelId="{CD4B715C-7641-483A-94A3-1FD2C0AB93FC}" type="presParOf" srcId="{A28BB8A6-3658-4208-B084-BEAA8F6C38B8}" destId="{3EC37061-326A-4C99-A32A-82F3E4FF8E39}" srcOrd="1" destOrd="0" presId="urn:microsoft.com/office/officeart/2005/8/layout/orgChart1"/>
    <dgm:cxn modelId="{0FAE9F99-1314-4CC2-A8C5-184684EBAED1}" type="presParOf" srcId="{3EC37061-326A-4C99-A32A-82F3E4FF8E39}" destId="{95217F92-5A85-4EA1-9191-588D9086AB9F}" srcOrd="0" destOrd="0" presId="urn:microsoft.com/office/officeart/2005/8/layout/orgChart1"/>
    <dgm:cxn modelId="{ED11179C-CB4E-4896-979C-AD4FCD6E41A9}" type="presParOf" srcId="{3EC37061-326A-4C99-A32A-82F3E4FF8E39}" destId="{905A6219-6453-47AF-B406-41CBA33A8C4F}" srcOrd="1" destOrd="0" presId="urn:microsoft.com/office/officeart/2005/8/layout/orgChart1"/>
    <dgm:cxn modelId="{B4C2A1F2-9DD2-4661-8B4C-8BEAA4C8F5E5}" type="presParOf" srcId="{905A6219-6453-47AF-B406-41CBA33A8C4F}" destId="{4B83CF05-FBB8-4B0C-B33F-D5C62CD72394}" srcOrd="0" destOrd="0" presId="urn:microsoft.com/office/officeart/2005/8/layout/orgChart1"/>
    <dgm:cxn modelId="{A8C42FDF-80F9-446B-B154-1C13FA47B353}" type="presParOf" srcId="{4B83CF05-FBB8-4B0C-B33F-D5C62CD72394}" destId="{1A59AF9D-BD67-4141-AABC-B9AE01198721}" srcOrd="0" destOrd="0" presId="urn:microsoft.com/office/officeart/2005/8/layout/orgChart1"/>
    <dgm:cxn modelId="{06D7AD4F-0DA0-440B-A208-126693E8D489}" type="presParOf" srcId="{4B83CF05-FBB8-4B0C-B33F-D5C62CD72394}" destId="{51848BB4-ECA6-4694-8CEF-D858183A2B9E}" srcOrd="1" destOrd="0" presId="urn:microsoft.com/office/officeart/2005/8/layout/orgChart1"/>
    <dgm:cxn modelId="{D40A945A-8CC9-4502-8DC3-28D69D21C85D}" type="presParOf" srcId="{905A6219-6453-47AF-B406-41CBA33A8C4F}" destId="{95D08304-D811-40FC-BB0D-FB2165B74368}" srcOrd="1" destOrd="0" presId="urn:microsoft.com/office/officeart/2005/8/layout/orgChart1"/>
    <dgm:cxn modelId="{CA956467-AC20-462E-ACA5-985693937448}" type="presParOf" srcId="{905A6219-6453-47AF-B406-41CBA33A8C4F}" destId="{D608F7B4-5FE7-4ECB-8500-9F06AC246624}" srcOrd="2" destOrd="0" presId="urn:microsoft.com/office/officeart/2005/8/layout/orgChart1"/>
    <dgm:cxn modelId="{E8EAFAF3-1DB3-47BF-B97A-C46765542676}" type="presParOf" srcId="{3EC37061-326A-4C99-A32A-82F3E4FF8E39}" destId="{F5A29582-03FD-4E61-872F-CF6CDF22C2EB}" srcOrd="2" destOrd="0" presId="urn:microsoft.com/office/officeart/2005/8/layout/orgChart1"/>
    <dgm:cxn modelId="{E2AC71D2-E19E-4791-AA89-48F930AEEB6F}" type="presParOf" srcId="{3EC37061-326A-4C99-A32A-82F3E4FF8E39}" destId="{B9343A7C-72F0-46B2-AF31-45D0742A7EE3}" srcOrd="3" destOrd="0" presId="urn:microsoft.com/office/officeart/2005/8/layout/orgChart1"/>
    <dgm:cxn modelId="{55C68E38-1F19-4908-B744-00E72BFB9A2F}" type="presParOf" srcId="{B9343A7C-72F0-46B2-AF31-45D0742A7EE3}" destId="{FB3EA8BB-9902-49A3-A6EB-3258F33EEDC6}" srcOrd="0" destOrd="0" presId="urn:microsoft.com/office/officeart/2005/8/layout/orgChart1"/>
    <dgm:cxn modelId="{3E0AFFE3-FEF5-42AD-8502-25DFA1B2A2F4}" type="presParOf" srcId="{FB3EA8BB-9902-49A3-A6EB-3258F33EEDC6}" destId="{61F5DF98-D856-470B-9731-30304F93B349}" srcOrd="0" destOrd="0" presId="urn:microsoft.com/office/officeart/2005/8/layout/orgChart1"/>
    <dgm:cxn modelId="{DCE2994D-8059-4027-BAF2-44C5CD12CAF8}" type="presParOf" srcId="{FB3EA8BB-9902-49A3-A6EB-3258F33EEDC6}" destId="{82B153B9-A128-41A5-A704-1C0EFF2EDF33}" srcOrd="1" destOrd="0" presId="urn:microsoft.com/office/officeart/2005/8/layout/orgChart1"/>
    <dgm:cxn modelId="{6616DC1E-6536-4363-86BB-B4E48340B966}" type="presParOf" srcId="{B9343A7C-72F0-46B2-AF31-45D0742A7EE3}" destId="{31EB70AD-D7DE-42F0-99C9-497F6F054051}" srcOrd="1" destOrd="0" presId="urn:microsoft.com/office/officeart/2005/8/layout/orgChart1"/>
    <dgm:cxn modelId="{9A39B6EB-AD59-4B52-BB14-34A75CF55B9C}" type="presParOf" srcId="{B9343A7C-72F0-46B2-AF31-45D0742A7EE3}" destId="{88A4D6D2-FCCF-4BD6-B3F8-ED71B8F07027}" srcOrd="2" destOrd="0" presId="urn:microsoft.com/office/officeart/2005/8/layout/orgChart1"/>
    <dgm:cxn modelId="{B11D38B3-885D-47FA-B488-EA23C3C9E8FE}" type="presParOf" srcId="{3EC37061-326A-4C99-A32A-82F3E4FF8E39}" destId="{76A717C6-5D68-4728-8EC4-72918901DD64}" srcOrd="4" destOrd="0" presId="urn:microsoft.com/office/officeart/2005/8/layout/orgChart1"/>
    <dgm:cxn modelId="{47030896-9D60-4402-95F9-F248D86900A8}" type="presParOf" srcId="{3EC37061-326A-4C99-A32A-82F3E4FF8E39}" destId="{6CFC717D-372F-49DD-B4D4-B2CC819463C1}" srcOrd="5" destOrd="0" presId="urn:microsoft.com/office/officeart/2005/8/layout/orgChart1"/>
    <dgm:cxn modelId="{62D12589-AF7A-4876-9F6B-C52F47F5BBBF}" type="presParOf" srcId="{6CFC717D-372F-49DD-B4D4-B2CC819463C1}" destId="{D09871A9-7C8B-4FA4-AFD1-AA54CEE781B0}" srcOrd="0" destOrd="0" presId="urn:microsoft.com/office/officeart/2005/8/layout/orgChart1"/>
    <dgm:cxn modelId="{A36F57A1-FB52-468E-9BF3-A6C2B126EE05}" type="presParOf" srcId="{D09871A9-7C8B-4FA4-AFD1-AA54CEE781B0}" destId="{D86F68BB-1C25-4CAB-9CB5-AD99ED1F9DE5}" srcOrd="0" destOrd="0" presId="urn:microsoft.com/office/officeart/2005/8/layout/orgChart1"/>
    <dgm:cxn modelId="{985320D5-EFF5-479D-8C1F-0147B5779CFD}" type="presParOf" srcId="{D09871A9-7C8B-4FA4-AFD1-AA54CEE781B0}" destId="{0B91E842-9947-49F4-B3D4-8D1114B77A65}" srcOrd="1" destOrd="0" presId="urn:microsoft.com/office/officeart/2005/8/layout/orgChart1"/>
    <dgm:cxn modelId="{172D62FC-4E73-4A08-8AB5-A20920BCFB3E}" type="presParOf" srcId="{6CFC717D-372F-49DD-B4D4-B2CC819463C1}" destId="{83E1E534-E297-4D5A-8489-6BA9C98107EC}" srcOrd="1" destOrd="0" presId="urn:microsoft.com/office/officeart/2005/8/layout/orgChart1"/>
    <dgm:cxn modelId="{A28269DA-C63B-4E76-9F7C-0920ED1D7D2C}" type="presParOf" srcId="{6CFC717D-372F-49DD-B4D4-B2CC819463C1}" destId="{F0CA2DA4-262F-40E3-8DC5-95AFD56D1437}" srcOrd="2" destOrd="0" presId="urn:microsoft.com/office/officeart/2005/8/layout/orgChart1"/>
    <dgm:cxn modelId="{3DD853C6-51CE-4CA8-AECF-804CF5DEFF38}" type="presParOf" srcId="{A28BB8A6-3658-4208-B084-BEAA8F6C38B8}" destId="{79F51095-5FDE-449D-B68F-FA630344A562}" srcOrd="2" destOrd="0" presId="urn:microsoft.com/office/officeart/2005/8/layout/orgChart1"/>
    <dgm:cxn modelId="{E6BBC7BA-6316-4FBA-8706-3C9062A046DE}" type="presParOf" srcId="{A7C11595-F232-4163-85FA-8EAF705C1B5D}" destId="{A6598E5F-06F9-4B3D-8495-067BEB4E139F}" srcOrd="16" destOrd="0" presId="urn:microsoft.com/office/officeart/2005/8/layout/orgChart1"/>
    <dgm:cxn modelId="{632C3ACB-74CD-46D4-A564-3726E567B26D}" type="presParOf" srcId="{A7C11595-F232-4163-85FA-8EAF705C1B5D}" destId="{780497F5-C153-45F9-A942-83AE299F0382}" srcOrd="17" destOrd="0" presId="urn:microsoft.com/office/officeart/2005/8/layout/orgChart1"/>
    <dgm:cxn modelId="{2164FF77-E850-458D-B9BC-01427C89E552}" type="presParOf" srcId="{780497F5-C153-45F9-A942-83AE299F0382}" destId="{C1B08B78-F0DF-43BA-8C39-966273253375}" srcOrd="0" destOrd="0" presId="urn:microsoft.com/office/officeart/2005/8/layout/orgChart1"/>
    <dgm:cxn modelId="{B0D0B315-5BAA-4285-831F-F9067D35F973}" type="presParOf" srcId="{C1B08B78-F0DF-43BA-8C39-966273253375}" destId="{B6F60D23-954D-4811-A869-B96167E914D7}" srcOrd="0" destOrd="0" presId="urn:microsoft.com/office/officeart/2005/8/layout/orgChart1"/>
    <dgm:cxn modelId="{9A12FDB9-5C38-4F06-881A-A8AFBBCAE719}" type="presParOf" srcId="{C1B08B78-F0DF-43BA-8C39-966273253375}" destId="{FB253A71-11A3-4DE4-8282-135FB982D5C8}" srcOrd="1" destOrd="0" presId="urn:microsoft.com/office/officeart/2005/8/layout/orgChart1"/>
    <dgm:cxn modelId="{969D0A66-ED37-4FEB-87E5-B75F79DA254B}" type="presParOf" srcId="{780497F5-C153-45F9-A942-83AE299F0382}" destId="{533A1793-DA84-49DD-BB3C-043214189D31}" srcOrd="1" destOrd="0" presId="urn:microsoft.com/office/officeart/2005/8/layout/orgChart1"/>
    <dgm:cxn modelId="{274A85EC-14D5-4472-ACFC-56E1116681D0}" type="presParOf" srcId="{533A1793-DA84-49DD-BB3C-043214189D31}" destId="{0C78B7FF-EC89-4181-91D7-3E5984C1D92B}" srcOrd="0" destOrd="0" presId="urn:microsoft.com/office/officeart/2005/8/layout/orgChart1"/>
    <dgm:cxn modelId="{ACA82D4B-3A55-42CE-8FBE-71150B4E6259}" type="presParOf" srcId="{533A1793-DA84-49DD-BB3C-043214189D31}" destId="{97F0E239-FE97-44C1-9AA4-52F996FDD5B2}" srcOrd="1" destOrd="0" presId="urn:microsoft.com/office/officeart/2005/8/layout/orgChart1"/>
    <dgm:cxn modelId="{3FEC1087-E5F7-48A9-8FB4-DA191CDEF62A}" type="presParOf" srcId="{97F0E239-FE97-44C1-9AA4-52F996FDD5B2}" destId="{E858AA4A-F726-4C16-B621-176CECAE08B0}" srcOrd="0" destOrd="0" presId="urn:microsoft.com/office/officeart/2005/8/layout/orgChart1"/>
    <dgm:cxn modelId="{D7F71427-03F0-4025-AF30-C1A4B43E9026}" type="presParOf" srcId="{E858AA4A-F726-4C16-B621-176CECAE08B0}" destId="{98465B29-B2E6-4F78-8159-FD4BAFB41A5C}" srcOrd="0" destOrd="0" presId="urn:microsoft.com/office/officeart/2005/8/layout/orgChart1"/>
    <dgm:cxn modelId="{CBF27B37-BF87-4AEA-936C-AEE17DA1E950}" type="presParOf" srcId="{E858AA4A-F726-4C16-B621-176CECAE08B0}" destId="{DD60D982-9FC0-41A0-A184-755FE0D2E514}" srcOrd="1" destOrd="0" presId="urn:microsoft.com/office/officeart/2005/8/layout/orgChart1"/>
    <dgm:cxn modelId="{D0AB32D6-2D19-4CED-9FAA-CA51217CB6BC}" type="presParOf" srcId="{97F0E239-FE97-44C1-9AA4-52F996FDD5B2}" destId="{F54B5ECA-4D94-4C34-B8B3-151854108A4F}" srcOrd="1" destOrd="0" presId="urn:microsoft.com/office/officeart/2005/8/layout/orgChart1"/>
    <dgm:cxn modelId="{BC714EAD-1874-4EA5-AD21-E777A09C1F92}" type="presParOf" srcId="{97F0E239-FE97-44C1-9AA4-52F996FDD5B2}" destId="{7AA629B6-7E3E-4BA0-91F9-90662A99983B}" srcOrd="2" destOrd="0" presId="urn:microsoft.com/office/officeart/2005/8/layout/orgChart1"/>
    <dgm:cxn modelId="{422D2789-8308-4434-9F78-3BEF58042655}" type="presParOf" srcId="{780497F5-C153-45F9-A942-83AE299F0382}" destId="{FF8593F6-B06B-46B6-9D74-24BE46986728}" srcOrd="2" destOrd="0" presId="urn:microsoft.com/office/officeart/2005/8/layout/orgChart1"/>
    <dgm:cxn modelId="{4496255D-BD10-4F29-9CC1-D8DC7B5950A5}" type="presParOf" srcId="{94AC6A72-294C-4538-A37B-D51FCD286242}" destId="{11723739-63E6-4527-994E-7E2F29D04AE7}" srcOrd="2" destOrd="0" presId="urn:microsoft.com/office/officeart/2005/8/layout/orgChart1"/>
    <dgm:cxn modelId="{436F7A09-837B-4211-8943-050D553A49BD}" type="presParOf" srcId="{11723739-63E6-4527-994E-7E2F29D04AE7}" destId="{32205465-5B35-4CD5-B081-26287A775C6A}" srcOrd="0" destOrd="0" presId="urn:microsoft.com/office/officeart/2005/8/layout/orgChart1"/>
    <dgm:cxn modelId="{221E66FE-339D-40CC-AB00-EB15057BCBEC}" type="presParOf" srcId="{11723739-63E6-4527-994E-7E2F29D04AE7}" destId="{C00D53AC-76A2-454A-AA04-14B936300C3E}" srcOrd="1" destOrd="0" presId="urn:microsoft.com/office/officeart/2005/8/layout/orgChart1"/>
    <dgm:cxn modelId="{1E958640-7FA7-4110-ADC9-8FD95140FAFF}" type="presParOf" srcId="{C00D53AC-76A2-454A-AA04-14B936300C3E}" destId="{8360EDAB-F44A-4DD5-938A-82CBD10A80F0}" srcOrd="0" destOrd="0" presId="urn:microsoft.com/office/officeart/2005/8/layout/orgChart1"/>
    <dgm:cxn modelId="{F563FD00-26EC-4D8F-A2FB-4F2F4664653D}" type="presParOf" srcId="{8360EDAB-F44A-4DD5-938A-82CBD10A80F0}" destId="{73A7720E-DC29-43DC-8213-A307591E9089}" srcOrd="0" destOrd="0" presId="urn:microsoft.com/office/officeart/2005/8/layout/orgChart1"/>
    <dgm:cxn modelId="{BC0182EF-52D3-4B34-B18D-1202B46EA2BC}" type="presParOf" srcId="{8360EDAB-F44A-4DD5-938A-82CBD10A80F0}" destId="{F96A2D58-87EA-4020-AC37-32AC3EC62B20}" srcOrd="1" destOrd="0" presId="urn:microsoft.com/office/officeart/2005/8/layout/orgChart1"/>
    <dgm:cxn modelId="{93DCB681-D28B-4281-A5B0-EA663A20DE47}" type="presParOf" srcId="{C00D53AC-76A2-454A-AA04-14B936300C3E}" destId="{A8D5163E-67A5-4D9B-AE19-83EFF0377802}" srcOrd="1" destOrd="0" presId="urn:microsoft.com/office/officeart/2005/8/layout/orgChart1"/>
    <dgm:cxn modelId="{D7FDA612-5428-41F6-A975-C55FF6FE0F19}" type="presParOf" srcId="{C00D53AC-76A2-454A-AA04-14B936300C3E}" destId="{58DD93FB-6C67-4BD9-93E5-8F28F62DB8B0}"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205465-5B35-4CD5-B081-26287A775C6A}">
      <dsp:nvSpPr>
        <dsp:cNvPr id="0" name=""/>
        <dsp:cNvSpPr/>
      </dsp:nvSpPr>
      <dsp:spPr>
        <a:xfrm>
          <a:off x="5864615" y="1912295"/>
          <a:ext cx="324466" cy="383795"/>
        </a:xfrm>
        <a:custGeom>
          <a:avLst/>
          <a:gdLst/>
          <a:ahLst/>
          <a:cxnLst/>
          <a:rect l="0" t="0" r="0" b="0"/>
          <a:pathLst>
            <a:path>
              <a:moveTo>
                <a:pt x="324466" y="0"/>
              </a:moveTo>
              <a:lnTo>
                <a:pt x="324466" y="383795"/>
              </a:lnTo>
              <a:lnTo>
                <a:pt x="0" y="383795"/>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C78B7FF-EC89-4181-91D7-3E5984C1D92B}">
      <dsp:nvSpPr>
        <dsp:cNvPr id="0" name=""/>
        <dsp:cNvSpPr/>
      </dsp:nvSpPr>
      <dsp:spPr>
        <a:xfrm>
          <a:off x="11670909"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6598E5F-06F9-4B3D-8495-067BEB4E139F}">
      <dsp:nvSpPr>
        <dsp:cNvPr id="0" name=""/>
        <dsp:cNvSpPr/>
      </dsp:nvSpPr>
      <dsp:spPr>
        <a:xfrm>
          <a:off x="6189082" y="1912295"/>
          <a:ext cx="5527547" cy="1156103"/>
        </a:xfrm>
        <a:custGeom>
          <a:avLst/>
          <a:gdLst/>
          <a:ahLst/>
          <a:cxnLst/>
          <a:rect l="0" t="0" r="0" b="0"/>
          <a:pathLst>
            <a:path>
              <a:moveTo>
                <a:pt x="0" y="0"/>
              </a:moveTo>
              <a:lnTo>
                <a:pt x="0" y="1087965"/>
              </a:lnTo>
              <a:lnTo>
                <a:pt x="5527547" y="1087965"/>
              </a:lnTo>
              <a:lnTo>
                <a:pt x="5527547"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6A717C6-5D68-4728-8EC4-72918901DD64}">
      <dsp:nvSpPr>
        <dsp:cNvPr id="0" name=""/>
        <dsp:cNvSpPr/>
      </dsp:nvSpPr>
      <dsp:spPr>
        <a:xfrm>
          <a:off x="10146211" y="3392866"/>
          <a:ext cx="785209" cy="136275"/>
        </a:xfrm>
        <a:custGeom>
          <a:avLst/>
          <a:gdLst/>
          <a:ahLst/>
          <a:cxnLst/>
          <a:rect l="0" t="0" r="0" b="0"/>
          <a:pathLst>
            <a:path>
              <a:moveTo>
                <a:pt x="0" y="0"/>
              </a:moveTo>
              <a:lnTo>
                <a:pt x="0" y="68137"/>
              </a:lnTo>
              <a:lnTo>
                <a:pt x="785209" y="68137"/>
              </a:lnTo>
              <a:lnTo>
                <a:pt x="785209"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5A29582-03FD-4E61-872F-CF6CDF22C2EB}">
      <dsp:nvSpPr>
        <dsp:cNvPr id="0" name=""/>
        <dsp:cNvSpPr/>
      </dsp:nvSpPr>
      <dsp:spPr>
        <a:xfrm>
          <a:off x="10100491"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5217F92-5A85-4EA1-9191-588D9086AB9F}">
      <dsp:nvSpPr>
        <dsp:cNvPr id="0" name=""/>
        <dsp:cNvSpPr/>
      </dsp:nvSpPr>
      <dsp:spPr>
        <a:xfrm>
          <a:off x="9361002" y="3392866"/>
          <a:ext cx="785209" cy="136275"/>
        </a:xfrm>
        <a:custGeom>
          <a:avLst/>
          <a:gdLst/>
          <a:ahLst/>
          <a:cxnLst/>
          <a:rect l="0" t="0" r="0" b="0"/>
          <a:pathLst>
            <a:path>
              <a:moveTo>
                <a:pt x="785209" y="0"/>
              </a:moveTo>
              <a:lnTo>
                <a:pt x="785209"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FD5AAD6-91F8-4C49-A7BB-6B693521A7B6}">
      <dsp:nvSpPr>
        <dsp:cNvPr id="0" name=""/>
        <dsp:cNvSpPr/>
      </dsp:nvSpPr>
      <dsp:spPr>
        <a:xfrm>
          <a:off x="6189082" y="1912295"/>
          <a:ext cx="3957129" cy="1156103"/>
        </a:xfrm>
        <a:custGeom>
          <a:avLst/>
          <a:gdLst/>
          <a:ahLst/>
          <a:cxnLst/>
          <a:rect l="0" t="0" r="0" b="0"/>
          <a:pathLst>
            <a:path>
              <a:moveTo>
                <a:pt x="0" y="0"/>
              </a:moveTo>
              <a:lnTo>
                <a:pt x="0" y="1087965"/>
              </a:lnTo>
              <a:lnTo>
                <a:pt x="3957129" y="1087965"/>
              </a:lnTo>
              <a:lnTo>
                <a:pt x="3957129"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A6984D4-BE9B-4E96-8571-694F2A051647}">
      <dsp:nvSpPr>
        <dsp:cNvPr id="0" name=""/>
        <dsp:cNvSpPr/>
      </dsp:nvSpPr>
      <dsp:spPr>
        <a:xfrm>
          <a:off x="8575793" y="4314351"/>
          <a:ext cx="392604" cy="136275"/>
        </a:xfrm>
        <a:custGeom>
          <a:avLst/>
          <a:gdLst/>
          <a:ahLst/>
          <a:cxnLst/>
          <a:rect l="0" t="0" r="0" b="0"/>
          <a:pathLst>
            <a:path>
              <a:moveTo>
                <a:pt x="0" y="0"/>
              </a:moveTo>
              <a:lnTo>
                <a:pt x="0" y="68137"/>
              </a:lnTo>
              <a:lnTo>
                <a:pt x="392604" y="68137"/>
              </a:lnTo>
              <a:lnTo>
                <a:pt x="392604"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89B626A-E270-43E2-937D-2C69209CBE7F}">
      <dsp:nvSpPr>
        <dsp:cNvPr id="0" name=""/>
        <dsp:cNvSpPr/>
      </dsp:nvSpPr>
      <dsp:spPr>
        <a:xfrm>
          <a:off x="8183188" y="4314351"/>
          <a:ext cx="392604" cy="136275"/>
        </a:xfrm>
        <a:custGeom>
          <a:avLst/>
          <a:gdLst/>
          <a:ahLst/>
          <a:cxnLst/>
          <a:rect l="0" t="0" r="0" b="0"/>
          <a:pathLst>
            <a:path>
              <a:moveTo>
                <a:pt x="392604" y="0"/>
              </a:moveTo>
              <a:lnTo>
                <a:pt x="392604"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FFE4459-04CD-44CC-8982-5CEB685EBC97}">
      <dsp:nvSpPr>
        <dsp:cNvPr id="0" name=""/>
        <dsp:cNvSpPr/>
      </dsp:nvSpPr>
      <dsp:spPr>
        <a:xfrm>
          <a:off x="8530073"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68AE5B8-C78A-43F7-8ADD-3AA790B680FB}">
      <dsp:nvSpPr>
        <dsp:cNvPr id="0" name=""/>
        <dsp:cNvSpPr/>
      </dsp:nvSpPr>
      <dsp:spPr>
        <a:xfrm>
          <a:off x="8530073"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D036290-BE8B-4F01-AF83-173967736EBE}">
      <dsp:nvSpPr>
        <dsp:cNvPr id="0" name=""/>
        <dsp:cNvSpPr/>
      </dsp:nvSpPr>
      <dsp:spPr>
        <a:xfrm>
          <a:off x="6189082" y="1912295"/>
          <a:ext cx="2386711" cy="1156103"/>
        </a:xfrm>
        <a:custGeom>
          <a:avLst/>
          <a:gdLst/>
          <a:ahLst/>
          <a:cxnLst/>
          <a:rect l="0" t="0" r="0" b="0"/>
          <a:pathLst>
            <a:path>
              <a:moveTo>
                <a:pt x="0" y="0"/>
              </a:moveTo>
              <a:lnTo>
                <a:pt x="0" y="1087965"/>
              </a:lnTo>
              <a:lnTo>
                <a:pt x="2386711" y="1087965"/>
              </a:lnTo>
              <a:lnTo>
                <a:pt x="2386711"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DCD1108-11A5-468C-9ABF-C1942A0AE05B}">
      <dsp:nvSpPr>
        <dsp:cNvPr id="0" name=""/>
        <dsp:cNvSpPr/>
      </dsp:nvSpPr>
      <dsp:spPr>
        <a:xfrm>
          <a:off x="7744864"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C1A36B2-1AAE-4283-B4A4-310FA0FF9F60}">
      <dsp:nvSpPr>
        <dsp:cNvPr id="0" name=""/>
        <dsp:cNvSpPr/>
      </dsp:nvSpPr>
      <dsp:spPr>
        <a:xfrm>
          <a:off x="7744864"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A50FAD9-E074-44FA-81C7-C034E961CDEC}">
      <dsp:nvSpPr>
        <dsp:cNvPr id="0" name=""/>
        <dsp:cNvSpPr/>
      </dsp:nvSpPr>
      <dsp:spPr>
        <a:xfrm>
          <a:off x="6189082" y="1912295"/>
          <a:ext cx="1601502" cy="1156103"/>
        </a:xfrm>
        <a:custGeom>
          <a:avLst/>
          <a:gdLst/>
          <a:ahLst/>
          <a:cxnLst/>
          <a:rect l="0" t="0" r="0" b="0"/>
          <a:pathLst>
            <a:path>
              <a:moveTo>
                <a:pt x="0" y="0"/>
              </a:moveTo>
              <a:lnTo>
                <a:pt x="0" y="1087965"/>
              </a:lnTo>
              <a:lnTo>
                <a:pt x="1601502" y="1087965"/>
              </a:lnTo>
              <a:lnTo>
                <a:pt x="1601502"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623131C-0DEA-4D09-8BB7-6032B894D86B}">
      <dsp:nvSpPr>
        <dsp:cNvPr id="0" name=""/>
        <dsp:cNvSpPr/>
      </dsp:nvSpPr>
      <dsp:spPr>
        <a:xfrm>
          <a:off x="6959655" y="4314351"/>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C9F4EBF-C3FD-4202-A3A1-21F9BB3AB0DC}">
      <dsp:nvSpPr>
        <dsp:cNvPr id="0" name=""/>
        <dsp:cNvSpPr/>
      </dsp:nvSpPr>
      <dsp:spPr>
        <a:xfrm>
          <a:off x="6959655"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7A8E27-B674-4AFA-88D7-7C7BC95CCC14}">
      <dsp:nvSpPr>
        <dsp:cNvPr id="0" name=""/>
        <dsp:cNvSpPr/>
      </dsp:nvSpPr>
      <dsp:spPr>
        <a:xfrm>
          <a:off x="6959655"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F5AB07-0C39-4893-A920-57594158BD9B}">
      <dsp:nvSpPr>
        <dsp:cNvPr id="0" name=""/>
        <dsp:cNvSpPr/>
      </dsp:nvSpPr>
      <dsp:spPr>
        <a:xfrm>
          <a:off x="6189082" y="1912295"/>
          <a:ext cx="816292" cy="1156103"/>
        </a:xfrm>
        <a:custGeom>
          <a:avLst/>
          <a:gdLst/>
          <a:ahLst/>
          <a:cxnLst/>
          <a:rect l="0" t="0" r="0" b="0"/>
          <a:pathLst>
            <a:path>
              <a:moveTo>
                <a:pt x="0" y="0"/>
              </a:moveTo>
              <a:lnTo>
                <a:pt x="0" y="1087965"/>
              </a:lnTo>
              <a:lnTo>
                <a:pt x="816292" y="1087965"/>
              </a:lnTo>
              <a:lnTo>
                <a:pt x="816292"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ACFAADE-E2D5-4913-8E8F-E03DA0D9F9F3}">
      <dsp:nvSpPr>
        <dsp:cNvPr id="0" name=""/>
        <dsp:cNvSpPr/>
      </dsp:nvSpPr>
      <dsp:spPr>
        <a:xfrm>
          <a:off x="5827561" y="3853608"/>
          <a:ext cx="392604" cy="136275"/>
        </a:xfrm>
        <a:custGeom>
          <a:avLst/>
          <a:gdLst/>
          <a:ahLst/>
          <a:cxnLst/>
          <a:rect l="0" t="0" r="0" b="0"/>
          <a:pathLst>
            <a:path>
              <a:moveTo>
                <a:pt x="0" y="0"/>
              </a:moveTo>
              <a:lnTo>
                <a:pt x="0" y="68137"/>
              </a:lnTo>
              <a:lnTo>
                <a:pt x="392604" y="68137"/>
              </a:lnTo>
              <a:lnTo>
                <a:pt x="392604"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F8C19B-391E-4940-846A-37DA5C35E7BF}">
      <dsp:nvSpPr>
        <dsp:cNvPr id="0" name=""/>
        <dsp:cNvSpPr/>
      </dsp:nvSpPr>
      <dsp:spPr>
        <a:xfrm>
          <a:off x="5389237" y="4314351"/>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32D3A9B-4400-4B18-8294-921AAFC93269}">
      <dsp:nvSpPr>
        <dsp:cNvPr id="0" name=""/>
        <dsp:cNvSpPr/>
      </dsp:nvSpPr>
      <dsp:spPr>
        <a:xfrm>
          <a:off x="5434957" y="3853608"/>
          <a:ext cx="392604" cy="136275"/>
        </a:xfrm>
        <a:custGeom>
          <a:avLst/>
          <a:gdLst/>
          <a:ahLst/>
          <a:cxnLst/>
          <a:rect l="0" t="0" r="0" b="0"/>
          <a:pathLst>
            <a:path>
              <a:moveTo>
                <a:pt x="392604" y="0"/>
              </a:moveTo>
              <a:lnTo>
                <a:pt x="392604"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83BFB3B-80CB-418A-94FF-00D43FED2B67}">
      <dsp:nvSpPr>
        <dsp:cNvPr id="0" name=""/>
        <dsp:cNvSpPr/>
      </dsp:nvSpPr>
      <dsp:spPr>
        <a:xfrm>
          <a:off x="5781841"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EB0B653-658A-4A3A-B154-0F548512F165}">
      <dsp:nvSpPr>
        <dsp:cNvPr id="0" name=""/>
        <dsp:cNvSpPr/>
      </dsp:nvSpPr>
      <dsp:spPr>
        <a:xfrm>
          <a:off x="5827561" y="1912295"/>
          <a:ext cx="361520" cy="1156103"/>
        </a:xfrm>
        <a:custGeom>
          <a:avLst/>
          <a:gdLst/>
          <a:ahLst/>
          <a:cxnLst/>
          <a:rect l="0" t="0" r="0" b="0"/>
          <a:pathLst>
            <a:path>
              <a:moveTo>
                <a:pt x="361520" y="0"/>
              </a:moveTo>
              <a:lnTo>
                <a:pt x="361520" y="1087965"/>
              </a:lnTo>
              <a:lnTo>
                <a:pt x="0" y="1087965"/>
              </a:lnTo>
              <a:lnTo>
                <a:pt x="0"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6B26F46-B95E-4123-B77E-716B64F1AB53}">
      <dsp:nvSpPr>
        <dsp:cNvPr id="0" name=""/>
        <dsp:cNvSpPr/>
      </dsp:nvSpPr>
      <dsp:spPr>
        <a:xfrm>
          <a:off x="4604028" y="4314351"/>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8FAE149-1FB6-436B-871C-DF2B43B2B7DB}">
      <dsp:nvSpPr>
        <dsp:cNvPr id="0" name=""/>
        <dsp:cNvSpPr/>
      </dsp:nvSpPr>
      <dsp:spPr>
        <a:xfrm>
          <a:off x="4604028"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6647ED1-E118-4050-A8CF-89A5B611BBDA}">
      <dsp:nvSpPr>
        <dsp:cNvPr id="0" name=""/>
        <dsp:cNvSpPr/>
      </dsp:nvSpPr>
      <dsp:spPr>
        <a:xfrm>
          <a:off x="4604028"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3612F3D-EF39-4996-9BD7-3BF3168BC42C}">
      <dsp:nvSpPr>
        <dsp:cNvPr id="0" name=""/>
        <dsp:cNvSpPr/>
      </dsp:nvSpPr>
      <dsp:spPr>
        <a:xfrm>
          <a:off x="4649748" y="1912295"/>
          <a:ext cx="1539334" cy="1156103"/>
        </a:xfrm>
        <a:custGeom>
          <a:avLst/>
          <a:gdLst/>
          <a:ahLst/>
          <a:cxnLst/>
          <a:rect l="0" t="0" r="0" b="0"/>
          <a:pathLst>
            <a:path>
              <a:moveTo>
                <a:pt x="1539334" y="0"/>
              </a:moveTo>
              <a:lnTo>
                <a:pt x="1539334" y="1087965"/>
              </a:lnTo>
              <a:lnTo>
                <a:pt x="0" y="1087965"/>
              </a:lnTo>
              <a:lnTo>
                <a:pt x="0"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BBE47F7-B692-4A0B-BA58-4A3BCE7AA01C}">
      <dsp:nvSpPr>
        <dsp:cNvPr id="0" name=""/>
        <dsp:cNvSpPr/>
      </dsp:nvSpPr>
      <dsp:spPr>
        <a:xfrm>
          <a:off x="3471934" y="4314351"/>
          <a:ext cx="392604" cy="136275"/>
        </a:xfrm>
        <a:custGeom>
          <a:avLst/>
          <a:gdLst/>
          <a:ahLst/>
          <a:cxnLst/>
          <a:rect l="0" t="0" r="0" b="0"/>
          <a:pathLst>
            <a:path>
              <a:moveTo>
                <a:pt x="0" y="0"/>
              </a:moveTo>
              <a:lnTo>
                <a:pt x="0" y="68137"/>
              </a:lnTo>
              <a:lnTo>
                <a:pt x="392604" y="68137"/>
              </a:lnTo>
              <a:lnTo>
                <a:pt x="392604"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4E1DD9B-AE09-4E72-95A9-747293A79B62}">
      <dsp:nvSpPr>
        <dsp:cNvPr id="0" name=""/>
        <dsp:cNvSpPr/>
      </dsp:nvSpPr>
      <dsp:spPr>
        <a:xfrm>
          <a:off x="3079330" y="4314351"/>
          <a:ext cx="392604" cy="136275"/>
        </a:xfrm>
        <a:custGeom>
          <a:avLst/>
          <a:gdLst/>
          <a:ahLst/>
          <a:cxnLst/>
          <a:rect l="0" t="0" r="0" b="0"/>
          <a:pathLst>
            <a:path>
              <a:moveTo>
                <a:pt x="392604" y="0"/>
              </a:moveTo>
              <a:lnTo>
                <a:pt x="392604"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5C4313C-FF3D-4DB2-90DB-6F103AD36890}">
      <dsp:nvSpPr>
        <dsp:cNvPr id="0" name=""/>
        <dsp:cNvSpPr/>
      </dsp:nvSpPr>
      <dsp:spPr>
        <a:xfrm>
          <a:off x="3426214"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FD2BDE7-A5E5-4D57-A7AB-FD3CFC061A52}">
      <dsp:nvSpPr>
        <dsp:cNvPr id="0" name=""/>
        <dsp:cNvSpPr/>
      </dsp:nvSpPr>
      <dsp:spPr>
        <a:xfrm>
          <a:off x="3426214"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420B93D-C927-4C1C-8190-632A7748B46B}">
      <dsp:nvSpPr>
        <dsp:cNvPr id="0" name=""/>
        <dsp:cNvSpPr/>
      </dsp:nvSpPr>
      <dsp:spPr>
        <a:xfrm>
          <a:off x="3471934" y="1912295"/>
          <a:ext cx="2717147" cy="1156103"/>
        </a:xfrm>
        <a:custGeom>
          <a:avLst/>
          <a:gdLst/>
          <a:ahLst/>
          <a:cxnLst/>
          <a:rect l="0" t="0" r="0" b="0"/>
          <a:pathLst>
            <a:path>
              <a:moveTo>
                <a:pt x="2717147" y="0"/>
              </a:moveTo>
              <a:lnTo>
                <a:pt x="2717147" y="1087965"/>
              </a:lnTo>
              <a:lnTo>
                <a:pt x="0" y="1087965"/>
              </a:lnTo>
              <a:lnTo>
                <a:pt x="0"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85BFF9A-1A5E-443F-A878-257348AB3A36}">
      <dsp:nvSpPr>
        <dsp:cNvPr id="0" name=""/>
        <dsp:cNvSpPr/>
      </dsp:nvSpPr>
      <dsp:spPr>
        <a:xfrm>
          <a:off x="1508911" y="3853608"/>
          <a:ext cx="1177813" cy="136275"/>
        </a:xfrm>
        <a:custGeom>
          <a:avLst/>
          <a:gdLst/>
          <a:ahLst/>
          <a:cxnLst/>
          <a:rect l="0" t="0" r="0" b="0"/>
          <a:pathLst>
            <a:path>
              <a:moveTo>
                <a:pt x="0" y="0"/>
              </a:moveTo>
              <a:lnTo>
                <a:pt x="0" y="68137"/>
              </a:lnTo>
              <a:lnTo>
                <a:pt x="1177813" y="68137"/>
              </a:lnTo>
              <a:lnTo>
                <a:pt x="1177813"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BB76A5B-D5FE-45D9-982E-9AC7D918DF5D}">
      <dsp:nvSpPr>
        <dsp:cNvPr id="0" name=""/>
        <dsp:cNvSpPr/>
      </dsp:nvSpPr>
      <dsp:spPr>
        <a:xfrm>
          <a:off x="1508911" y="3853608"/>
          <a:ext cx="392604" cy="136275"/>
        </a:xfrm>
        <a:custGeom>
          <a:avLst/>
          <a:gdLst/>
          <a:ahLst/>
          <a:cxnLst/>
          <a:rect l="0" t="0" r="0" b="0"/>
          <a:pathLst>
            <a:path>
              <a:moveTo>
                <a:pt x="0" y="0"/>
              </a:moveTo>
              <a:lnTo>
                <a:pt x="0" y="68137"/>
              </a:lnTo>
              <a:lnTo>
                <a:pt x="392604" y="68137"/>
              </a:lnTo>
              <a:lnTo>
                <a:pt x="392604"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72D059-D2BA-418E-A237-A0317A0C6BEC}">
      <dsp:nvSpPr>
        <dsp:cNvPr id="0" name=""/>
        <dsp:cNvSpPr/>
      </dsp:nvSpPr>
      <dsp:spPr>
        <a:xfrm>
          <a:off x="1116307" y="3853608"/>
          <a:ext cx="392604" cy="136275"/>
        </a:xfrm>
        <a:custGeom>
          <a:avLst/>
          <a:gdLst/>
          <a:ahLst/>
          <a:cxnLst/>
          <a:rect l="0" t="0" r="0" b="0"/>
          <a:pathLst>
            <a:path>
              <a:moveTo>
                <a:pt x="392604" y="0"/>
              </a:moveTo>
              <a:lnTo>
                <a:pt x="392604"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C60A0B7-5934-4BE6-8931-6662FB80A41B}">
      <dsp:nvSpPr>
        <dsp:cNvPr id="0" name=""/>
        <dsp:cNvSpPr/>
      </dsp:nvSpPr>
      <dsp:spPr>
        <a:xfrm>
          <a:off x="331098" y="3853608"/>
          <a:ext cx="1177813" cy="136275"/>
        </a:xfrm>
        <a:custGeom>
          <a:avLst/>
          <a:gdLst/>
          <a:ahLst/>
          <a:cxnLst/>
          <a:rect l="0" t="0" r="0" b="0"/>
          <a:pathLst>
            <a:path>
              <a:moveTo>
                <a:pt x="1177813" y="0"/>
              </a:moveTo>
              <a:lnTo>
                <a:pt x="1177813"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168E755-47AB-4229-9659-96E4D5684C46}">
      <dsp:nvSpPr>
        <dsp:cNvPr id="0" name=""/>
        <dsp:cNvSpPr/>
      </dsp:nvSpPr>
      <dsp:spPr>
        <a:xfrm>
          <a:off x="1463191"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3C91B2E-551C-429C-8FBF-AFA1AEF8A9C1}">
      <dsp:nvSpPr>
        <dsp:cNvPr id="0" name=""/>
        <dsp:cNvSpPr/>
      </dsp:nvSpPr>
      <dsp:spPr>
        <a:xfrm>
          <a:off x="1508911" y="1912295"/>
          <a:ext cx="4680170" cy="1156103"/>
        </a:xfrm>
        <a:custGeom>
          <a:avLst/>
          <a:gdLst/>
          <a:ahLst/>
          <a:cxnLst/>
          <a:rect l="0" t="0" r="0" b="0"/>
          <a:pathLst>
            <a:path>
              <a:moveTo>
                <a:pt x="4680170" y="0"/>
              </a:moveTo>
              <a:lnTo>
                <a:pt x="4680170" y="1087965"/>
              </a:lnTo>
              <a:lnTo>
                <a:pt x="0" y="1087965"/>
              </a:lnTo>
              <a:lnTo>
                <a:pt x="0"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766AF82-EF27-47DA-9177-2799997C1502}">
      <dsp:nvSpPr>
        <dsp:cNvPr id="0" name=""/>
        <dsp:cNvSpPr/>
      </dsp:nvSpPr>
      <dsp:spPr>
        <a:xfrm>
          <a:off x="5864615" y="158782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عام</a:t>
          </a:r>
          <a:endParaRPr lang="en-US" sz="1000" b="1" kern="1200" dirty="0">
            <a:solidFill>
              <a:srgbClr val="1E5A95"/>
            </a:solidFill>
          </a:endParaRPr>
        </a:p>
      </dsp:txBody>
      <dsp:txXfrm>
        <a:off x="5864615" y="1587829"/>
        <a:ext cx="648933" cy="324466"/>
      </dsp:txXfrm>
    </dsp:sp>
    <dsp:sp modelId="{8F7270DC-5F4B-490A-88A0-247FCD08AF8F}">
      <dsp:nvSpPr>
        <dsp:cNvPr id="0" name=""/>
        <dsp:cNvSpPr/>
      </dsp:nvSpPr>
      <dsp:spPr>
        <a:xfrm>
          <a:off x="1184445"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rgbClr val="1E5A95"/>
              </a:solidFill>
            </a:rPr>
            <a:t>HR</a:t>
          </a:r>
        </a:p>
      </dsp:txBody>
      <dsp:txXfrm>
        <a:off x="1184445" y="3068399"/>
        <a:ext cx="648933" cy="324466"/>
      </dsp:txXfrm>
    </dsp:sp>
    <dsp:sp modelId="{D6694C1E-8918-4F7B-B3AC-2748C33AD189}">
      <dsp:nvSpPr>
        <dsp:cNvPr id="0" name=""/>
        <dsp:cNvSpPr/>
      </dsp:nvSpPr>
      <dsp:spPr>
        <a:xfrm>
          <a:off x="1184445"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مسؤول موارد بشرية </a:t>
          </a:r>
          <a:endParaRPr lang="en-US" sz="1000" b="1" kern="1200" dirty="0">
            <a:solidFill>
              <a:srgbClr val="1E5A95"/>
            </a:solidFill>
          </a:endParaRPr>
        </a:p>
      </dsp:txBody>
      <dsp:txXfrm>
        <a:off x="1184445" y="3529141"/>
        <a:ext cx="648933" cy="324466"/>
      </dsp:txXfrm>
    </dsp:sp>
    <dsp:sp modelId="{F43570F7-0162-4B8A-88F0-17EF0ACABC37}">
      <dsp:nvSpPr>
        <dsp:cNvPr id="0" name=""/>
        <dsp:cNvSpPr/>
      </dsp:nvSpPr>
      <dsp:spPr>
        <a:xfrm>
          <a:off x="6631"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حضور واجور</a:t>
          </a:r>
          <a:endParaRPr lang="en-US" sz="1000" b="1" kern="1200" dirty="0">
            <a:solidFill>
              <a:srgbClr val="1E5A95"/>
            </a:solidFill>
          </a:endParaRPr>
        </a:p>
      </dsp:txBody>
      <dsp:txXfrm>
        <a:off x="6631" y="3989884"/>
        <a:ext cx="648933" cy="324466"/>
      </dsp:txXfrm>
    </dsp:sp>
    <dsp:sp modelId="{40EE76D3-5323-42E0-8D44-F7584F4CDD83}">
      <dsp:nvSpPr>
        <dsp:cNvPr id="0" name=""/>
        <dsp:cNvSpPr/>
      </dsp:nvSpPr>
      <dsp:spPr>
        <a:xfrm>
          <a:off x="791840"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شئون عاملين</a:t>
          </a:r>
          <a:endParaRPr lang="en-US" sz="1000" b="1" kern="1200" dirty="0">
            <a:solidFill>
              <a:srgbClr val="1E5A95"/>
            </a:solidFill>
          </a:endParaRPr>
        </a:p>
      </dsp:txBody>
      <dsp:txXfrm>
        <a:off x="791840" y="3989884"/>
        <a:ext cx="648933" cy="324466"/>
      </dsp:txXfrm>
    </dsp:sp>
    <dsp:sp modelId="{16EBF284-AEDB-4B72-B673-F2F197BAB2B5}">
      <dsp:nvSpPr>
        <dsp:cNvPr id="0" name=""/>
        <dsp:cNvSpPr/>
      </dsp:nvSpPr>
      <dsp:spPr>
        <a:xfrm>
          <a:off x="1577049"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توظيف</a:t>
          </a:r>
          <a:endParaRPr lang="en-US" sz="1000" b="1" kern="1200" dirty="0">
            <a:solidFill>
              <a:srgbClr val="1E5A95"/>
            </a:solidFill>
          </a:endParaRPr>
        </a:p>
      </dsp:txBody>
      <dsp:txXfrm>
        <a:off x="1577049" y="3989884"/>
        <a:ext cx="648933" cy="324466"/>
      </dsp:txXfrm>
    </dsp:sp>
    <dsp:sp modelId="{B0C94FA7-56F5-42A2-B785-86571255BAD2}">
      <dsp:nvSpPr>
        <dsp:cNvPr id="0" name=""/>
        <dsp:cNvSpPr/>
      </dsp:nvSpPr>
      <dsp:spPr>
        <a:xfrm>
          <a:off x="2362258"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تدريب</a:t>
          </a:r>
          <a:endParaRPr lang="en-US" sz="1000" b="1" kern="1200" dirty="0">
            <a:solidFill>
              <a:srgbClr val="1E5A95"/>
            </a:solidFill>
          </a:endParaRPr>
        </a:p>
      </dsp:txBody>
      <dsp:txXfrm>
        <a:off x="2362258" y="3989884"/>
        <a:ext cx="648933" cy="324466"/>
      </dsp:txXfrm>
    </dsp:sp>
    <dsp:sp modelId="{54DBA53B-BD7B-45BD-8B1F-83481FA8F927}">
      <dsp:nvSpPr>
        <dsp:cNvPr id="0" name=""/>
        <dsp:cNvSpPr/>
      </dsp:nvSpPr>
      <dsp:spPr>
        <a:xfrm>
          <a:off x="3147468"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علميات</a:t>
          </a:r>
          <a:endParaRPr lang="en-US" sz="1000" b="1" kern="1200" dirty="0">
            <a:solidFill>
              <a:srgbClr val="1E5A95"/>
            </a:solidFill>
          </a:endParaRPr>
        </a:p>
      </dsp:txBody>
      <dsp:txXfrm>
        <a:off x="3147468" y="3068399"/>
        <a:ext cx="648933" cy="324466"/>
      </dsp:txXfrm>
    </dsp:sp>
    <dsp:sp modelId="{CA549609-1431-439C-A80C-0573BFE6C9E0}">
      <dsp:nvSpPr>
        <dsp:cNvPr id="0" name=""/>
        <dsp:cNvSpPr/>
      </dsp:nvSpPr>
      <dsp:spPr>
        <a:xfrm>
          <a:off x="3147468"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عمليات</a:t>
          </a:r>
          <a:endParaRPr lang="en-US" sz="1000" b="1" kern="1200" dirty="0">
            <a:solidFill>
              <a:srgbClr val="1E5A95"/>
            </a:solidFill>
          </a:endParaRPr>
        </a:p>
      </dsp:txBody>
      <dsp:txXfrm>
        <a:off x="3147468" y="3529141"/>
        <a:ext cx="648933" cy="324466"/>
      </dsp:txXfrm>
    </dsp:sp>
    <dsp:sp modelId="{0F243B2A-C713-4401-87A3-A3831FE32D19}">
      <dsp:nvSpPr>
        <dsp:cNvPr id="0" name=""/>
        <dsp:cNvSpPr/>
      </dsp:nvSpPr>
      <dsp:spPr>
        <a:xfrm>
          <a:off x="3147468"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مسؤول عمليات</a:t>
          </a:r>
          <a:endParaRPr lang="en-US" sz="1000" b="1" kern="1200" dirty="0">
            <a:solidFill>
              <a:srgbClr val="1E5A95"/>
            </a:solidFill>
          </a:endParaRPr>
        </a:p>
      </dsp:txBody>
      <dsp:txXfrm>
        <a:off x="3147468" y="3989884"/>
        <a:ext cx="648933" cy="324466"/>
      </dsp:txXfrm>
    </dsp:sp>
    <dsp:sp modelId="{50FE2A3E-1E83-4359-9FE8-9579A25459F9}">
      <dsp:nvSpPr>
        <dsp:cNvPr id="0" name=""/>
        <dsp:cNvSpPr/>
      </dsp:nvSpPr>
      <dsp:spPr>
        <a:xfrm>
          <a:off x="2754863"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عمليات</a:t>
          </a:r>
          <a:endParaRPr lang="en-US" sz="1000" b="1" kern="1200" dirty="0">
            <a:solidFill>
              <a:srgbClr val="1E5A95"/>
            </a:solidFill>
          </a:endParaRPr>
        </a:p>
      </dsp:txBody>
      <dsp:txXfrm>
        <a:off x="2754863" y="4450626"/>
        <a:ext cx="648933" cy="324466"/>
      </dsp:txXfrm>
    </dsp:sp>
    <dsp:sp modelId="{A4562EA9-ACF6-4807-9611-3120626A962C}">
      <dsp:nvSpPr>
        <dsp:cNvPr id="0" name=""/>
        <dsp:cNvSpPr/>
      </dsp:nvSpPr>
      <dsp:spPr>
        <a:xfrm>
          <a:off x="3540072"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خدمات مساندة</a:t>
          </a:r>
          <a:endParaRPr lang="en-US" sz="1000" b="1" kern="1200" dirty="0">
            <a:solidFill>
              <a:srgbClr val="1E5A95"/>
            </a:solidFill>
          </a:endParaRPr>
        </a:p>
      </dsp:txBody>
      <dsp:txXfrm>
        <a:off x="3540072" y="4450626"/>
        <a:ext cx="648933" cy="324466"/>
      </dsp:txXfrm>
    </dsp:sp>
    <dsp:sp modelId="{3366A2E8-3F24-4834-98CA-1439ECC4ED4A}">
      <dsp:nvSpPr>
        <dsp:cNvPr id="0" name=""/>
        <dsp:cNvSpPr/>
      </dsp:nvSpPr>
      <dsp:spPr>
        <a:xfrm>
          <a:off x="4325281"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التحصيل</a:t>
          </a:r>
          <a:endParaRPr lang="en-US" sz="1000" b="1" kern="1200" dirty="0">
            <a:solidFill>
              <a:srgbClr val="1E5A95"/>
            </a:solidFill>
          </a:endParaRPr>
        </a:p>
      </dsp:txBody>
      <dsp:txXfrm>
        <a:off x="4325281" y="3068399"/>
        <a:ext cx="648933" cy="324466"/>
      </dsp:txXfrm>
    </dsp:sp>
    <dsp:sp modelId="{3209028E-6BE8-4A82-A8B4-2D20F1F8D810}">
      <dsp:nvSpPr>
        <dsp:cNvPr id="0" name=""/>
        <dsp:cNvSpPr/>
      </dsp:nvSpPr>
      <dsp:spPr>
        <a:xfrm>
          <a:off x="4325281"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مشروع</a:t>
          </a:r>
          <a:endParaRPr lang="en-US" sz="1000" b="1" kern="1200" dirty="0">
            <a:solidFill>
              <a:srgbClr val="1E5A95"/>
            </a:solidFill>
          </a:endParaRPr>
        </a:p>
      </dsp:txBody>
      <dsp:txXfrm>
        <a:off x="4325281" y="3529141"/>
        <a:ext cx="648933" cy="324466"/>
      </dsp:txXfrm>
    </dsp:sp>
    <dsp:sp modelId="{60C2A81D-6CC7-4653-B361-321BB7BBB028}">
      <dsp:nvSpPr>
        <dsp:cNvPr id="0" name=""/>
        <dsp:cNvSpPr/>
      </dsp:nvSpPr>
      <dsp:spPr>
        <a:xfrm>
          <a:off x="4325281"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مشرف تحصيل</a:t>
          </a:r>
          <a:endParaRPr lang="en-US" sz="1000" b="1" kern="1200" dirty="0">
            <a:solidFill>
              <a:srgbClr val="1E5A95"/>
            </a:solidFill>
          </a:endParaRPr>
        </a:p>
      </dsp:txBody>
      <dsp:txXfrm>
        <a:off x="4325281" y="3989884"/>
        <a:ext cx="648933" cy="324466"/>
      </dsp:txXfrm>
    </dsp:sp>
    <dsp:sp modelId="{C93B9FFB-11E3-47CB-9831-28DA24319EA5}">
      <dsp:nvSpPr>
        <dsp:cNvPr id="0" name=""/>
        <dsp:cNvSpPr/>
      </dsp:nvSpPr>
      <dsp:spPr>
        <a:xfrm>
          <a:off x="4325281"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محصل هاتفي</a:t>
          </a:r>
          <a:endParaRPr lang="en-US" sz="1000" b="1" kern="1200" dirty="0">
            <a:solidFill>
              <a:srgbClr val="1E5A95"/>
            </a:solidFill>
          </a:endParaRPr>
        </a:p>
      </dsp:txBody>
      <dsp:txXfrm>
        <a:off x="4325281" y="4450626"/>
        <a:ext cx="648933" cy="324466"/>
      </dsp:txXfrm>
    </dsp:sp>
    <dsp:sp modelId="{F0FED5C7-0754-42EE-B5FF-F0B2856DC4A5}">
      <dsp:nvSpPr>
        <dsp:cNvPr id="0" name=""/>
        <dsp:cNvSpPr/>
      </dsp:nvSpPr>
      <dsp:spPr>
        <a:xfrm>
          <a:off x="5503095"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جودة</a:t>
          </a:r>
          <a:endParaRPr lang="en-US" sz="1000" b="1" kern="1200" dirty="0">
            <a:solidFill>
              <a:srgbClr val="1E5A95"/>
            </a:solidFill>
          </a:endParaRPr>
        </a:p>
      </dsp:txBody>
      <dsp:txXfrm>
        <a:off x="5503095" y="3068399"/>
        <a:ext cx="648933" cy="324466"/>
      </dsp:txXfrm>
    </dsp:sp>
    <dsp:sp modelId="{F55C97A7-710E-4A39-B69E-068ECC05B454}">
      <dsp:nvSpPr>
        <dsp:cNvPr id="0" name=""/>
        <dsp:cNvSpPr/>
      </dsp:nvSpPr>
      <dsp:spPr>
        <a:xfrm>
          <a:off x="5503095"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جودة</a:t>
          </a:r>
          <a:endParaRPr lang="en-US" sz="1000" b="1" kern="1200" dirty="0">
            <a:solidFill>
              <a:srgbClr val="1E5A95"/>
            </a:solidFill>
          </a:endParaRPr>
        </a:p>
      </dsp:txBody>
      <dsp:txXfrm>
        <a:off x="5503095" y="3529141"/>
        <a:ext cx="648933" cy="324466"/>
      </dsp:txXfrm>
    </dsp:sp>
    <dsp:sp modelId="{7168BE4B-64C7-4AB7-8577-FF3E7D690DCC}">
      <dsp:nvSpPr>
        <dsp:cNvPr id="0" name=""/>
        <dsp:cNvSpPr/>
      </dsp:nvSpPr>
      <dsp:spPr>
        <a:xfrm>
          <a:off x="5110490"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مشرف جودة</a:t>
          </a:r>
          <a:endParaRPr lang="en-US" sz="1000" b="1" kern="1200" dirty="0">
            <a:solidFill>
              <a:srgbClr val="1E5A95"/>
            </a:solidFill>
          </a:endParaRPr>
        </a:p>
      </dsp:txBody>
      <dsp:txXfrm>
        <a:off x="5110490" y="3989884"/>
        <a:ext cx="648933" cy="324466"/>
      </dsp:txXfrm>
    </dsp:sp>
    <dsp:sp modelId="{D198A6FA-8642-4CAD-A2DC-8B2453E544F0}">
      <dsp:nvSpPr>
        <dsp:cNvPr id="0" name=""/>
        <dsp:cNvSpPr/>
      </dsp:nvSpPr>
      <dsp:spPr>
        <a:xfrm>
          <a:off x="5110490"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جودة</a:t>
          </a:r>
          <a:endParaRPr lang="en-US" sz="1000" b="1" kern="1200" dirty="0">
            <a:solidFill>
              <a:srgbClr val="1E5A95"/>
            </a:solidFill>
          </a:endParaRPr>
        </a:p>
      </dsp:txBody>
      <dsp:txXfrm>
        <a:off x="5110490" y="4450626"/>
        <a:ext cx="648933" cy="324466"/>
      </dsp:txXfrm>
    </dsp:sp>
    <dsp:sp modelId="{27B6B416-8EE0-4B09-B21B-EC46483BE859}">
      <dsp:nvSpPr>
        <dsp:cNvPr id="0" name=""/>
        <dsp:cNvSpPr/>
      </dsp:nvSpPr>
      <dsp:spPr>
        <a:xfrm>
          <a:off x="5895699"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عناية عملاء</a:t>
          </a:r>
          <a:endParaRPr lang="en-US" sz="1000" b="1" kern="1200" dirty="0">
            <a:solidFill>
              <a:srgbClr val="1E5A95"/>
            </a:solidFill>
          </a:endParaRPr>
        </a:p>
      </dsp:txBody>
      <dsp:txXfrm>
        <a:off x="5895699" y="3989884"/>
        <a:ext cx="648933" cy="324466"/>
      </dsp:txXfrm>
    </dsp:sp>
    <dsp:sp modelId="{604794B7-911B-4637-A00F-301CDA89790B}">
      <dsp:nvSpPr>
        <dsp:cNvPr id="0" name=""/>
        <dsp:cNvSpPr/>
      </dsp:nvSpPr>
      <dsp:spPr>
        <a:xfrm>
          <a:off x="6680908"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rgbClr val="1E5A95"/>
              </a:solidFill>
            </a:rPr>
            <a:t>IT</a:t>
          </a:r>
        </a:p>
      </dsp:txBody>
      <dsp:txXfrm>
        <a:off x="6680908" y="3068399"/>
        <a:ext cx="648933" cy="324466"/>
      </dsp:txXfrm>
    </dsp:sp>
    <dsp:sp modelId="{FE31FBB8-3D0F-4538-8ED8-313A09E3AFEF}">
      <dsp:nvSpPr>
        <dsp:cNvPr id="0" name=""/>
        <dsp:cNvSpPr/>
      </dsp:nvSpPr>
      <dsp:spPr>
        <a:xfrm>
          <a:off x="6680908"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تكنولوجيا معلومات</a:t>
          </a:r>
          <a:endParaRPr lang="en-US" sz="1000" b="1" kern="1200" dirty="0">
            <a:solidFill>
              <a:srgbClr val="1E5A95"/>
            </a:solidFill>
          </a:endParaRPr>
        </a:p>
      </dsp:txBody>
      <dsp:txXfrm>
        <a:off x="6680908" y="3529141"/>
        <a:ext cx="648933" cy="324466"/>
      </dsp:txXfrm>
    </dsp:sp>
    <dsp:sp modelId="{68217BAE-E404-4FFA-BAD5-0813D8F3CC68}">
      <dsp:nvSpPr>
        <dsp:cNvPr id="0" name=""/>
        <dsp:cNvSpPr/>
      </dsp:nvSpPr>
      <dsp:spPr>
        <a:xfrm>
          <a:off x="6680908"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مسؤول تكنولوجيا</a:t>
          </a:r>
          <a:endParaRPr lang="en-US" sz="1000" b="1" kern="1200" dirty="0">
            <a:solidFill>
              <a:srgbClr val="1E5A95"/>
            </a:solidFill>
          </a:endParaRPr>
        </a:p>
      </dsp:txBody>
      <dsp:txXfrm>
        <a:off x="6680908" y="3989884"/>
        <a:ext cx="648933" cy="324466"/>
      </dsp:txXfrm>
    </dsp:sp>
    <dsp:sp modelId="{DA377761-4971-460D-919E-F63FCD1B7AC5}">
      <dsp:nvSpPr>
        <dsp:cNvPr id="0" name=""/>
        <dsp:cNvSpPr/>
      </dsp:nvSpPr>
      <dsp:spPr>
        <a:xfrm>
          <a:off x="6680908"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تكنولوجيا</a:t>
          </a:r>
          <a:endParaRPr lang="en-US" sz="1000" b="1" kern="1200" dirty="0">
            <a:solidFill>
              <a:srgbClr val="1E5A95"/>
            </a:solidFill>
          </a:endParaRPr>
        </a:p>
      </dsp:txBody>
      <dsp:txXfrm>
        <a:off x="6680908" y="4450626"/>
        <a:ext cx="648933" cy="324466"/>
      </dsp:txXfrm>
    </dsp:sp>
    <dsp:sp modelId="{75405E9A-3838-4CD3-BE51-AA8E5E0381E2}">
      <dsp:nvSpPr>
        <dsp:cNvPr id="0" name=""/>
        <dsp:cNvSpPr/>
      </dsp:nvSpPr>
      <dsp:spPr>
        <a:xfrm>
          <a:off x="7466117"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شئون قانونية</a:t>
          </a:r>
          <a:endParaRPr lang="en-US" sz="1000" b="1" kern="1200" dirty="0">
            <a:solidFill>
              <a:srgbClr val="1E5A95"/>
            </a:solidFill>
          </a:endParaRPr>
        </a:p>
      </dsp:txBody>
      <dsp:txXfrm>
        <a:off x="7466117" y="3068399"/>
        <a:ext cx="648933" cy="324466"/>
      </dsp:txXfrm>
    </dsp:sp>
    <dsp:sp modelId="{CA03923B-2F30-44AB-A63E-E38D0B5BB9C5}">
      <dsp:nvSpPr>
        <dsp:cNvPr id="0" name=""/>
        <dsp:cNvSpPr/>
      </dsp:nvSpPr>
      <dsp:spPr>
        <a:xfrm>
          <a:off x="7466117"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شئون قانونية</a:t>
          </a:r>
          <a:endParaRPr lang="en-US" sz="1000" b="1" kern="1200" dirty="0">
            <a:solidFill>
              <a:srgbClr val="1E5A95"/>
            </a:solidFill>
          </a:endParaRPr>
        </a:p>
      </dsp:txBody>
      <dsp:txXfrm>
        <a:off x="7466117" y="3529141"/>
        <a:ext cx="648933" cy="324466"/>
      </dsp:txXfrm>
    </dsp:sp>
    <dsp:sp modelId="{456459B5-ADE4-40B3-B663-8B2A49B9045E}">
      <dsp:nvSpPr>
        <dsp:cNvPr id="0" name=""/>
        <dsp:cNvSpPr/>
      </dsp:nvSpPr>
      <dsp:spPr>
        <a:xfrm>
          <a:off x="7466117"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محامي</a:t>
          </a:r>
          <a:endParaRPr lang="en-US" sz="1000" b="1" kern="1200" dirty="0">
            <a:solidFill>
              <a:srgbClr val="1E5A95"/>
            </a:solidFill>
          </a:endParaRPr>
        </a:p>
      </dsp:txBody>
      <dsp:txXfrm>
        <a:off x="7466117" y="3989884"/>
        <a:ext cx="648933" cy="324466"/>
      </dsp:txXfrm>
    </dsp:sp>
    <dsp:sp modelId="{DEAAA468-9640-4126-A86A-267B0BC10FDF}">
      <dsp:nvSpPr>
        <dsp:cNvPr id="0" name=""/>
        <dsp:cNvSpPr/>
      </dsp:nvSpPr>
      <dsp:spPr>
        <a:xfrm>
          <a:off x="8251326"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حسابات</a:t>
          </a:r>
          <a:endParaRPr lang="en-US" sz="1000" b="1" kern="1200" dirty="0">
            <a:solidFill>
              <a:srgbClr val="1E5A95"/>
            </a:solidFill>
          </a:endParaRPr>
        </a:p>
      </dsp:txBody>
      <dsp:txXfrm>
        <a:off x="8251326" y="3068399"/>
        <a:ext cx="648933" cy="324466"/>
      </dsp:txXfrm>
    </dsp:sp>
    <dsp:sp modelId="{32482A78-9353-4899-9BD0-B7A0B2F763AE}">
      <dsp:nvSpPr>
        <dsp:cNvPr id="0" name=""/>
        <dsp:cNvSpPr/>
      </dsp:nvSpPr>
      <dsp:spPr>
        <a:xfrm>
          <a:off x="8251326"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حسابات</a:t>
          </a:r>
          <a:endParaRPr lang="en-US" sz="1000" b="1" kern="1200" dirty="0">
            <a:solidFill>
              <a:srgbClr val="1E5A95"/>
            </a:solidFill>
          </a:endParaRPr>
        </a:p>
      </dsp:txBody>
      <dsp:txXfrm>
        <a:off x="8251326" y="3529141"/>
        <a:ext cx="648933" cy="324466"/>
      </dsp:txXfrm>
    </dsp:sp>
    <dsp:sp modelId="{842F3502-341B-4DC0-ABA4-3DF087EF38B6}">
      <dsp:nvSpPr>
        <dsp:cNvPr id="0" name=""/>
        <dsp:cNvSpPr/>
      </dsp:nvSpPr>
      <dsp:spPr>
        <a:xfrm>
          <a:off x="8251326"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محاسب عام</a:t>
          </a:r>
          <a:endParaRPr lang="en-US" sz="1000" b="1" kern="1200" dirty="0">
            <a:solidFill>
              <a:srgbClr val="1E5A95"/>
            </a:solidFill>
          </a:endParaRPr>
        </a:p>
      </dsp:txBody>
      <dsp:txXfrm>
        <a:off x="8251326" y="3989884"/>
        <a:ext cx="648933" cy="324466"/>
      </dsp:txXfrm>
    </dsp:sp>
    <dsp:sp modelId="{23E0C35A-063C-447A-A5AE-9B4D037A8206}">
      <dsp:nvSpPr>
        <dsp:cNvPr id="0" name=""/>
        <dsp:cNvSpPr/>
      </dsp:nvSpPr>
      <dsp:spPr>
        <a:xfrm>
          <a:off x="7858722"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محاسب تسوية</a:t>
          </a:r>
          <a:endParaRPr lang="en-US" sz="1000" b="1" kern="1200" dirty="0">
            <a:solidFill>
              <a:srgbClr val="1E5A95"/>
            </a:solidFill>
          </a:endParaRPr>
        </a:p>
      </dsp:txBody>
      <dsp:txXfrm>
        <a:off x="7858722" y="4450626"/>
        <a:ext cx="648933" cy="324466"/>
      </dsp:txXfrm>
    </dsp:sp>
    <dsp:sp modelId="{977EC86E-E076-4F30-BB16-B3AED5A296F7}">
      <dsp:nvSpPr>
        <dsp:cNvPr id="0" name=""/>
        <dsp:cNvSpPr/>
      </dsp:nvSpPr>
      <dsp:spPr>
        <a:xfrm>
          <a:off x="8643931"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مسؤول اصول</a:t>
          </a:r>
          <a:endParaRPr lang="en-US" sz="1000" b="1" kern="1200" dirty="0">
            <a:solidFill>
              <a:srgbClr val="1E5A95"/>
            </a:solidFill>
          </a:endParaRPr>
        </a:p>
      </dsp:txBody>
      <dsp:txXfrm>
        <a:off x="8643931" y="4450626"/>
        <a:ext cx="648933" cy="324466"/>
      </dsp:txXfrm>
    </dsp:sp>
    <dsp:sp modelId="{64E148C8-5A3A-4895-941C-37CDEF058CA8}">
      <dsp:nvSpPr>
        <dsp:cNvPr id="0" name=""/>
        <dsp:cNvSpPr/>
      </dsp:nvSpPr>
      <dsp:spPr>
        <a:xfrm>
          <a:off x="9821744"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خدمات عامة</a:t>
          </a:r>
          <a:endParaRPr lang="en-US" sz="1000" b="1" kern="1200" dirty="0">
            <a:solidFill>
              <a:srgbClr val="1E5A95"/>
            </a:solidFill>
          </a:endParaRPr>
        </a:p>
      </dsp:txBody>
      <dsp:txXfrm>
        <a:off x="9821744" y="3068399"/>
        <a:ext cx="648933" cy="324466"/>
      </dsp:txXfrm>
    </dsp:sp>
    <dsp:sp modelId="{1A59AF9D-BD67-4141-AABC-B9AE01198721}">
      <dsp:nvSpPr>
        <dsp:cNvPr id="0" name=""/>
        <dsp:cNvSpPr/>
      </dsp:nvSpPr>
      <dsp:spPr>
        <a:xfrm>
          <a:off x="9036535"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التزام</a:t>
          </a:r>
          <a:endParaRPr lang="en-US" sz="1000" b="1" kern="1200" dirty="0">
            <a:solidFill>
              <a:srgbClr val="1E5A95"/>
            </a:solidFill>
          </a:endParaRPr>
        </a:p>
      </dsp:txBody>
      <dsp:txXfrm>
        <a:off x="9036535" y="3529141"/>
        <a:ext cx="648933" cy="324466"/>
      </dsp:txXfrm>
    </dsp:sp>
    <dsp:sp modelId="{61F5DF98-D856-470B-9731-30304F93B349}">
      <dsp:nvSpPr>
        <dsp:cNvPr id="0" name=""/>
        <dsp:cNvSpPr/>
      </dsp:nvSpPr>
      <dsp:spPr>
        <a:xfrm>
          <a:off x="9821744"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موظف بوفية</a:t>
          </a:r>
          <a:endParaRPr lang="en-US" sz="1000" b="1" kern="1200" dirty="0">
            <a:solidFill>
              <a:srgbClr val="1E5A95"/>
            </a:solidFill>
          </a:endParaRPr>
        </a:p>
      </dsp:txBody>
      <dsp:txXfrm>
        <a:off x="9821744" y="3529141"/>
        <a:ext cx="648933" cy="324466"/>
      </dsp:txXfrm>
    </dsp:sp>
    <dsp:sp modelId="{D86F68BB-1C25-4CAB-9CB5-AD99ED1F9DE5}">
      <dsp:nvSpPr>
        <dsp:cNvPr id="0" name=""/>
        <dsp:cNvSpPr/>
      </dsp:nvSpPr>
      <dsp:spPr>
        <a:xfrm>
          <a:off x="10606954"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موظف استقبال</a:t>
          </a:r>
          <a:endParaRPr lang="en-US" sz="1000" b="1" kern="1200" dirty="0">
            <a:solidFill>
              <a:srgbClr val="1E5A95"/>
            </a:solidFill>
          </a:endParaRPr>
        </a:p>
      </dsp:txBody>
      <dsp:txXfrm>
        <a:off x="10606954" y="3529141"/>
        <a:ext cx="648933" cy="324466"/>
      </dsp:txXfrm>
    </dsp:sp>
    <dsp:sp modelId="{B6F60D23-954D-4811-A869-B96167E914D7}">
      <dsp:nvSpPr>
        <dsp:cNvPr id="0" name=""/>
        <dsp:cNvSpPr/>
      </dsp:nvSpPr>
      <dsp:spPr>
        <a:xfrm>
          <a:off x="11392163"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مبيعات</a:t>
          </a:r>
          <a:endParaRPr lang="en-US" sz="1000" b="1" kern="1200" dirty="0">
            <a:solidFill>
              <a:srgbClr val="1E5A95"/>
            </a:solidFill>
          </a:endParaRPr>
        </a:p>
      </dsp:txBody>
      <dsp:txXfrm>
        <a:off x="11392163" y="3068399"/>
        <a:ext cx="648933" cy="324466"/>
      </dsp:txXfrm>
    </dsp:sp>
    <dsp:sp modelId="{98465B29-B2E6-4F78-8159-FD4BAFB41A5C}">
      <dsp:nvSpPr>
        <dsp:cNvPr id="0" name=""/>
        <dsp:cNvSpPr/>
      </dsp:nvSpPr>
      <dsp:spPr>
        <a:xfrm>
          <a:off x="11392163"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مبيعات</a:t>
          </a:r>
          <a:endParaRPr lang="en-US" sz="1000" b="1" kern="1200" dirty="0">
            <a:solidFill>
              <a:srgbClr val="1E5A95"/>
            </a:solidFill>
          </a:endParaRPr>
        </a:p>
      </dsp:txBody>
      <dsp:txXfrm>
        <a:off x="11392163" y="3529141"/>
        <a:ext cx="648933" cy="324466"/>
      </dsp:txXfrm>
    </dsp:sp>
    <dsp:sp modelId="{73A7720E-DC29-43DC-8213-A307591E9089}">
      <dsp:nvSpPr>
        <dsp:cNvPr id="0" name=""/>
        <dsp:cNvSpPr/>
      </dsp:nvSpPr>
      <dsp:spPr>
        <a:xfrm>
          <a:off x="5215682" y="2133857"/>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مساعد اداري</a:t>
          </a:r>
          <a:endParaRPr lang="en-US" sz="1000" b="1" kern="1200" dirty="0">
            <a:solidFill>
              <a:srgbClr val="1E5A95"/>
            </a:solidFill>
          </a:endParaRPr>
        </a:p>
      </dsp:txBody>
      <dsp:txXfrm>
        <a:off x="5215682" y="2133857"/>
        <a:ext cx="648933" cy="3244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205465-5B35-4CD5-B081-26287A775C6A}">
      <dsp:nvSpPr>
        <dsp:cNvPr id="0" name=""/>
        <dsp:cNvSpPr/>
      </dsp:nvSpPr>
      <dsp:spPr>
        <a:xfrm>
          <a:off x="5864615" y="1912295"/>
          <a:ext cx="324466" cy="383795"/>
        </a:xfrm>
        <a:custGeom>
          <a:avLst/>
          <a:gdLst/>
          <a:ahLst/>
          <a:cxnLst/>
          <a:rect l="0" t="0" r="0" b="0"/>
          <a:pathLst>
            <a:path>
              <a:moveTo>
                <a:pt x="324466" y="0"/>
              </a:moveTo>
              <a:lnTo>
                <a:pt x="324466" y="383795"/>
              </a:lnTo>
              <a:lnTo>
                <a:pt x="0" y="383795"/>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C78B7FF-EC89-4181-91D7-3E5984C1D92B}">
      <dsp:nvSpPr>
        <dsp:cNvPr id="0" name=""/>
        <dsp:cNvSpPr/>
      </dsp:nvSpPr>
      <dsp:spPr>
        <a:xfrm>
          <a:off x="11670909"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6598E5F-06F9-4B3D-8495-067BEB4E139F}">
      <dsp:nvSpPr>
        <dsp:cNvPr id="0" name=""/>
        <dsp:cNvSpPr/>
      </dsp:nvSpPr>
      <dsp:spPr>
        <a:xfrm>
          <a:off x="6189082" y="1912295"/>
          <a:ext cx="5527547" cy="1156103"/>
        </a:xfrm>
        <a:custGeom>
          <a:avLst/>
          <a:gdLst/>
          <a:ahLst/>
          <a:cxnLst/>
          <a:rect l="0" t="0" r="0" b="0"/>
          <a:pathLst>
            <a:path>
              <a:moveTo>
                <a:pt x="0" y="0"/>
              </a:moveTo>
              <a:lnTo>
                <a:pt x="0" y="1087965"/>
              </a:lnTo>
              <a:lnTo>
                <a:pt x="5527547" y="1087965"/>
              </a:lnTo>
              <a:lnTo>
                <a:pt x="5527547"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6A717C6-5D68-4728-8EC4-72918901DD64}">
      <dsp:nvSpPr>
        <dsp:cNvPr id="0" name=""/>
        <dsp:cNvSpPr/>
      </dsp:nvSpPr>
      <dsp:spPr>
        <a:xfrm>
          <a:off x="10146211" y="3392866"/>
          <a:ext cx="785209" cy="136275"/>
        </a:xfrm>
        <a:custGeom>
          <a:avLst/>
          <a:gdLst/>
          <a:ahLst/>
          <a:cxnLst/>
          <a:rect l="0" t="0" r="0" b="0"/>
          <a:pathLst>
            <a:path>
              <a:moveTo>
                <a:pt x="0" y="0"/>
              </a:moveTo>
              <a:lnTo>
                <a:pt x="0" y="68137"/>
              </a:lnTo>
              <a:lnTo>
                <a:pt x="785209" y="68137"/>
              </a:lnTo>
              <a:lnTo>
                <a:pt x="785209"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5A29582-03FD-4E61-872F-CF6CDF22C2EB}">
      <dsp:nvSpPr>
        <dsp:cNvPr id="0" name=""/>
        <dsp:cNvSpPr/>
      </dsp:nvSpPr>
      <dsp:spPr>
        <a:xfrm>
          <a:off x="10100491"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5217F92-5A85-4EA1-9191-588D9086AB9F}">
      <dsp:nvSpPr>
        <dsp:cNvPr id="0" name=""/>
        <dsp:cNvSpPr/>
      </dsp:nvSpPr>
      <dsp:spPr>
        <a:xfrm>
          <a:off x="9361002" y="3392866"/>
          <a:ext cx="785209" cy="136275"/>
        </a:xfrm>
        <a:custGeom>
          <a:avLst/>
          <a:gdLst/>
          <a:ahLst/>
          <a:cxnLst/>
          <a:rect l="0" t="0" r="0" b="0"/>
          <a:pathLst>
            <a:path>
              <a:moveTo>
                <a:pt x="785209" y="0"/>
              </a:moveTo>
              <a:lnTo>
                <a:pt x="785209"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FD5AAD6-91F8-4C49-A7BB-6B693521A7B6}">
      <dsp:nvSpPr>
        <dsp:cNvPr id="0" name=""/>
        <dsp:cNvSpPr/>
      </dsp:nvSpPr>
      <dsp:spPr>
        <a:xfrm>
          <a:off x="6189082" y="1912295"/>
          <a:ext cx="3957129" cy="1156103"/>
        </a:xfrm>
        <a:custGeom>
          <a:avLst/>
          <a:gdLst/>
          <a:ahLst/>
          <a:cxnLst/>
          <a:rect l="0" t="0" r="0" b="0"/>
          <a:pathLst>
            <a:path>
              <a:moveTo>
                <a:pt x="0" y="0"/>
              </a:moveTo>
              <a:lnTo>
                <a:pt x="0" y="1087965"/>
              </a:lnTo>
              <a:lnTo>
                <a:pt x="3957129" y="1087965"/>
              </a:lnTo>
              <a:lnTo>
                <a:pt x="3957129"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A6984D4-BE9B-4E96-8571-694F2A051647}">
      <dsp:nvSpPr>
        <dsp:cNvPr id="0" name=""/>
        <dsp:cNvSpPr/>
      </dsp:nvSpPr>
      <dsp:spPr>
        <a:xfrm>
          <a:off x="8575793" y="4314351"/>
          <a:ext cx="392604" cy="136275"/>
        </a:xfrm>
        <a:custGeom>
          <a:avLst/>
          <a:gdLst/>
          <a:ahLst/>
          <a:cxnLst/>
          <a:rect l="0" t="0" r="0" b="0"/>
          <a:pathLst>
            <a:path>
              <a:moveTo>
                <a:pt x="0" y="0"/>
              </a:moveTo>
              <a:lnTo>
                <a:pt x="0" y="68137"/>
              </a:lnTo>
              <a:lnTo>
                <a:pt x="392604" y="68137"/>
              </a:lnTo>
              <a:lnTo>
                <a:pt x="392604"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89B626A-E270-43E2-937D-2C69209CBE7F}">
      <dsp:nvSpPr>
        <dsp:cNvPr id="0" name=""/>
        <dsp:cNvSpPr/>
      </dsp:nvSpPr>
      <dsp:spPr>
        <a:xfrm>
          <a:off x="8183188" y="4314351"/>
          <a:ext cx="392604" cy="136275"/>
        </a:xfrm>
        <a:custGeom>
          <a:avLst/>
          <a:gdLst/>
          <a:ahLst/>
          <a:cxnLst/>
          <a:rect l="0" t="0" r="0" b="0"/>
          <a:pathLst>
            <a:path>
              <a:moveTo>
                <a:pt x="392604" y="0"/>
              </a:moveTo>
              <a:lnTo>
                <a:pt x="392604"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FFE4459-04CD-44CC-8982-5CEB685EBC97}">
      <dsp:nvSpPr>
        <dsp:cNvPr id="0" name=""/>
        <dsp:cNvSpPr/>
      </dsp:nvSpPr>
      <dsp:spPr>
        <a:xfrm>
          <a:off x="8530073"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68AE5B8-C78A-43F7-8ADD-3AA790B680FB}">
      <dsp:nvSpPr>
        <dsp:cNvPr id="0" name=""/>
        <dsp:cNvSpPr/>
      </dsp:nvSpPr>
      <dsp:spPr>
        <a:xfrm>
          <a:off x="8530073"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D036290-BE8B-4F01-AF83-173967736EBE}">
      <dsp:nvSpPr>
        <dsp:cNvPr id="0" name=""/>
        <dsp:cNvSpPr/>
      </dsp:nvSpPr>
      <dsp:spPr>
        <a:xfrm>
          <a:off x="6189082" y="1912295"/>
          <a:ext cx="2386711" cy="1156103"/>
        </a:xfrm>
        <a:custGeom>
          <a:avLst/>
          <a:gdLst/>
          <a:ahLst/>
          <a:cxnLst/>
          <a:rect l="0" t="0" r="0" b="0"/>
          <a:pathLst>
            <a:path>
              <a:moveTo>
                <a:pt x="0" y="0"/>
              </a:moveTo>
              <a:lnTo>
                <a:pt x="0" y="1087965"/>
              </a:lnTo>
              <a:lnTo>
                <a:pt x="2386711" y="1087965"/>
              </a:lnTo>
              <a:lnTo>
                <a:pt x="2386711"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DCD1108-11A5-468C-9ABF-C1942A0AE05B}">
      <dsp:nvSpPr>
        <dsp:cNvPr id="0" name=""/>
        <dsp:cNvSpPr/>
      </dsp:nvSpPr>
      <dsp:spPr>
        <a:xfrm>
          <a:off x="7744864"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C1A36B2-1AAE-4283-B4A4-310FA0FF9F60}">
      <dsp:nvSpPr>
        <dsp:cNvPr id="0" name=""/>
        <dsp:cNvSpPr/>
      </dsp:nvSpPr>
      <dsp:spPr>
        <a:xfrm>
          <a:off x="7744864"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A50FAD9-E074-44FA-81C7-C034E961CDEC}">
      <dsp:nvSpPr>
        <dsp:cNvPr id="0" name=""/>
        <dsp:cNvSpPr/>
      </dsp:nvSpPr>
      <dsp:spPr>
        <a:xfrm>
          <a:off x="6189082" y="1912295"/>
          <a:ext cx="1601502" cy="1156103"/>
        </a:xfrm>
        <a:custGeom>
          <a:avLst/>
          <a:gdLst/>
          <a:ahLst/>
          <a:cxnLst/>
          <a:rect l="0" t="0" r="0" b="0"/>
          <a:pathLst>
            <a:path>
              <a:moveTo>
                <a:pt x="0" y="0"/>
              </a:moveTo>
              <a:lnTo>
                <a:pt x="0" y="1087965"/>
              </a:lnTo>
              <a:lnTo>
                <a:pt x="1601502" y="1087965"/>
              </a:lnTo>
              <a:lnTo>
                <a:pt x="1601502"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623131C-0DEA-4D09-8BB7-6032B894D86B}">
      <dsp:nvSpPr>
        <dsp:cNvPr id="0" name=""/>
        <dsp:cNvSpPr/>
      </dsp:nvSpPr>
      <dsp:spPr>
        <a:xfrm>
          <a:off x="6959655" y="4314351"/>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C9F4EBF-C3FD-4202-A3A1-21F9BB3AB0DC}">
      <dsp:nvSpPr>
        <dsp:cNvPr id="0" name=""/>
        <dsp:cNvSpPr/>
      </dsp:nvSpPr>
      <dsp:spPr>
        <a:xfrm>
          <a:off x="6959655"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7A8E27-B674-4AFA-88D7-7C7BC95CCC14}">
      <dsp:nvSpPr>
        <dsp:cNvPr id="0" name=""/>
        <dsp:cNvSpPr/>
      </dsp:nvSpPr>
      <dsp:spPr>
        <a:xfrm>
          <a:off x="6959655"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F5AB07-0C39-4893-A920-57594158BD9B}">
      <dsp:nvSpPr>
        <dsp:cNvPr id="0" name=""/>
        <dsp:cNvSpPr/>
      </dsp:nvSpPr>
      <dsp:spPr>
        <a:xfrm>
          <a:off x="6189082" y="1912295"/>
          <a:ext cx="816292" cy="1156103"/>
        </a:xfrm>
        <a:custGeom>
          <a:avLst/>
          <a:gdLst/>
          <a:ahLst/>
          <a:cxnLst/>
          <a:rect l="0" t="0" r="0" b="0"/>
          <a:pathLst>
            <a:path>
              <a:moveTo>
                <a:pt x="0" y="0"/>
              </a:moveTo>
              <a:lnTo>
                <a:pt x="0" y="1087965"/>
              </a:lnTo>
              <a:lnTo>
                <a:pt x="816292" y="1087965"/>
              </a:lnTo>
              <a:lnTo>
                <a:pt x="816292"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ACFAADE-E2D5-4913-8E8F-E03DA0D9F9F3}">
      <dsp:nvSpPr>
        <dsp:cNvPr id="0" name=""/>
        <dsp:cNvSpPr/>
      </dsp:nvSpPr>
      <dsp:spPr>
        <a:xfrm>
          <a:off x="5827561" y="3853608"/>
          <a:ext cx="392604" cy="136275"/>
        </a:xfrm>
        <a:custGeom>
          <a:avLst/>
          <a:gdLst/>
          <a:ahLst/>
          <a:cxnLst/>
          <a:rect l="0" t="0" r="0" b="0"/>
          <a:pathLst>
            <a:path>
              <a:moveTo>
                <a:pt x="0" y="0"/>
              </a:moveTo>
              <a:lnTo>
                <a:pt x="0" y="68137"/>
              </a:lnTo>
              <a:lnTo>
                <a:pt x="392604" y="68137"/>
              </a:lnTo>
              <a:lnTo>
                <a:pt x="392604"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F8C19B-391E-4940-846A-37DA5C35E7BF}">
      <dsp:nvSpPr>
        <dsp:cNvPr id="0" name=""/>
        <dsp:cNvSpPr/>
      </dsp:nvSpPr>
      <dsp:spPr>
        <a:xfrm>
          <a:off x="5389237" y="4314351"/>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32D3A9B-4400-4B18-8294-921AAFC93269}">
      <dsp:nvSpPr>
        <dsp:cNvPr id="0" name=""/>
        <dsp:cNvSpPr/>
      </dsp:nvSpPr>
      <dsp:spPr>
        <a:xfrm>
          <a:off x="5434957" y="3853608"/>
          <a:ext cx="392604" cy="136275"/>
        </a:xfrm>
        <a:custGeom>
          <a:avLst/>
          <a:gdLst/>
          <a:ahLst/>
          <a:cxnLst/>
          <a:rect l="0" t="0" r="0" b="0"/>
          <a:pathLst>
            <a:path>
              <a:moveTo>
                <a:pt x="392604" y="0"/>
              </a:moveTo>
              <a:lnTo>
                <a:pt x="392604"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83BFB3B-80CB-418A-94FF-00D43FED2B67}">
      <dsp:nvSpPr>
        <dsp:cNvPr id="0" name=""/>
        <dsp:cNvSpPr/>
      </dsp:nvSpPr>
      <dsp:spPr>
        <a:xfrm>
          <a:off x="5781841"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EB0B653-658A-4A3A-B154-0F548512F165}">
      <dsp:nvSpPr>
        <dsp:cNvPr id="0" name=""/>
        <dsp:cNvSpPr/>
      </dsp:nvSpPr>
      <dsp:spPr>
        <a:xfrm>
          <a:off x="5827561" y="1912295"/>
          <a:ext cx="361520" cy="1156103"/>
        </a:xfrm>
        <a:custGeom>
          <a:avLst/>
          <a:gdLst/>
          <a:ahLst/>
          <a:cxnLst/>
          <a:rect l="0" t="0" r="0" b="0"/>
          <a:pathLst>
            <a:path>
              <a:moveTo>
                <a:pt x="361520" y="0"/>
              </a:moveTo>
              <a:lnTo>
                <a:pt x="361520" y="1087965"/>
              </a:lnTo>
              <a:lnTo>
                <a:pt x="0" y="1087965"/>
              </a:lnTo>
              <a:lnTo>
                <a:pt x="0"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6B26F46-B95E-4123-B77E-716B64F1AB53}">
      <dsp:nvSpPr>
        <dsp:cNvPr id="0" name=""/>
        <dsp:cNvSpPr/>
      </dsp:nvSpPr>
      <dsp:spPr>
        <a:xfrm>
          <a:off x="4604028" y="4314351"/>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8FAE149-1FB6-436B-871C-DF2B43B2B7DB}">
      <dsp:nvSpPr>
        <dsp:cNvPr id="0" name=""/>
        <dsp:cNvSpPr/>
      </dsp:nvSpPr>
      <dsp:spPr>
        <a:xfrm>
          <a:off x="4604028"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6647ED1-E118-4050-A8CF-89A5B611BBDA}">
      <dsp:nvSpPr>
        <dsp:cNvPr id="0" name=""/>
        <dsp:cNvSpPr/>
      </dsp:nvSpPr>
      <dsp:spPr>
        <a:xfrm>
          <a:off x="4604028"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3612F3D-EF39-4996-9BD7-3BF3168BC42C}">
      <dsp:nvSpPr>
        <dsp:cNvPr id="0" name=""/>
        <dsp:cNvSpPr/>
      </dsp:nvSpPr>
      <dsp:spPr>
        <a:xfrm>
          <a:off x="4649748" y="1912295"/>
          <a:ext cx="1539334" cy="1156103"/>
        </a:xfrm>
        <a:custGeom>
          <a:avLst/>
          <a:gdLst/>
          <a:ahLst/>
          <a:cxnLst/>
          <a:rect l="0" t="0" r="0" b="0"/>
          <a:pathLst>
            <a:path>
              <a:moveTo>
                <a:pt x="1539334" y="0"/>
              </a:moveTo>
              <a:lnTo>
                <a:pt x="1539334" y="1087965"/>
              </a:lnTo>
              <a:lnTo>
                <a:pt x="0" y="1087965"/>
              </a:lnTo>
              <a:lnTo>
                <a:pt x="0"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BBE47F7-B692-4A0B-BA58-4A3BCE7AA01C}">
      <dsp:nvSpPr>
        <dsp:cNvPr id="0" name=""/>
        <dsp:cNvSpPr/>
      </dsp:nvSpPr>
      <dsp:spPr>
        <a:xfrm>
          <a:off x="3471934" y="4314351"/>
          <a:ext cx="392604" cy="136275"/>
        </a:xfrm>
        <a:custGeom>
          <a:avLst/>
          <a:gdLst/>
          <a:ahLst/>
          <a:cxnLst/>
          <a:rect l="0" t="0" r="0" b="0"/>
          <a:pathLst>
            <a:path>
              <a:moveTo>
                <a:pt x="0" y="0"/>
              </a:moveTo>
              <a:lnTo>
                <a:pt x="0" y="68137"/>
              </a:lnTo>
              <a:lnTo>
                <a:pt x="392604" y="68137"/>
              </a:lnTo>
              <a:lnTo>
                <a:pt x="392604"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4E1DD9B-AE09-4E72-95A9-747293A79B62}">
      <dsp:nvSpPr>
        <dsp:cNvPr id="0" name=""/>
        <dsp:cNvSpPr/>
      </dsp:nvSpPr>
      <dsp:spPr>
        <a:xfrm>
          <a:off x="3079330" y="4314351"/>
          <a:ext cx="392604" cy="136275"/>
        </a:xfrm>
        <a:custGeom>
          <a:avLst/>
          <a:gdLst/>
          <a:ahLst/>
          <a:cxnLst/>
          <a:rect l="0" t="0" r="0" b="0"/>
          <a:pathLst>
            <a:path>
              <a:moveTo>
                <a:pt x="392604" y="0"/>
              </a:moveTo>
              <a:lnTo>
                <a:pt x="392604"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5C4313C-FF3D-4DB2-90DB-6F103AD36890}">
      <dsp:nvSpPr>
        <dsp:cNvPr id="0" name=""/>
        <dsp:cNvSpPr/>
      </dsp:nvSpPr>
      <dsp:spPr>
        <a:xfrm>
          <a:off x="3426214" y="3853608"/>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FD2BDE7-A5E5-4D57-A7AB-FD3CFC061A52}">
      <dsp:nvSpPr>
        <dsp:cNvPr id="0" name=""/>
        <dsp:cNvSpPr/>
      </dsp:nvSpPr>
      <dsp:spPr>
        <a:xfrm>
          <a:off x="3426214"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420B93D-C927-4C1C-8190-632A7748B46B}">
      <dsp:nvSpPr>
        <dsp:cNvPr id="0" name=""/>
        <dsp:cNvSpPr/>
      </dsp:nvSpPr>
      <dsp:spPr>
        <a:xfrm>
          <a:off x="3471934" y="1912295"/>
          <a:ext cx="2717147" cy="1156103"/>
        </a:xfrm>
        <a:custGeom>
          <a:avLst/>
          <a:gdLst/>
          <a:ahLst/>
          <a:cxnLst/>
          <a:rect l="0" t="0" r="0" b="0"/>
          <a:pathLst>
            <a:path>
              <a:moveTo>
                <a:pt x="2717147" y="0"/>
              </a:moveTo>
              <a:lnTo>
                <a:pt x="2717147" y="1087965"/>
              </a:lnTo>
              <a:lnTo>
                <a:pt x="0" y="1087965"/>
              </a:lnTo>
              <a:lnTo>
                <a:pt x="0"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85BFF9A-1A5E-443F-A878-257348AB3A36}">
      <dsp:nvSpPr>
        <dsp:cNvPr id="0" name=""/>
        <dsp:cNvSpPr/>
      </dsp:nvSpPr>
      <dsp:spPr>
        <a:xfrm>
          <a:off x="1508911" y="3853608"/>
          <a:ext cx="1177813" cy="136275"/>
        </a:xfrm>
        <a:custGeom>
          <a:avLst/>
          <a:gdLst/>
          <a:ahLst/>
          <a:cxnLst/>
          <a:rect l="0" t="0" r="0" b="0"/>
          <a:pathLst>
            <a:path>
              <a:moveTo>
                <a:pt x="0" y="0"/>
              </a:moveTo>
              <a:lnTo>
                <a:pt x="0" y="68137"/>
              </a:lnTo>
              <a:lnTo>
                <a:pt x="1177813" y="68137"/>
              </a:lnTo>
              <a:lnTo>
                <a:pt x="1177813"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BB76A5B-D5FE-45D9-982E-9AC7D918DF5D}">
      <dsp:nvSpPr>
        <dsp:cNvPr id="0" name=""/>
        <dsp:cNvSpPr/>
      </dsp:nvSpPr>
      <dsp:spPr>
        <a:xfrm>
          <a:off x="1508911" y="3853608"/>
          <a:ext cx="392604" cy="136275"/>
        </a:xfrm>
        <a:custGeom>
          <a:avLst/>
          <a:gdLst/>
          <a:ahLst/>
          <a:cxnLst/>
          <a:rect l="0" t="0" r="0" b="0"/>
          <a:pathLst>
            <a:path>
              <a:moveTo>
                <a:pt x="0" y="0"/>
              </a:moveTo>
              <a:lnTo>
                <a:pt x="0" y="68137"/>
              </a:lnTo>
              <a:lnTo>
                <a:pt x="392604" y="68137"/>
              </a:lnTo>
              <a:lnTo>
                <a:pt x="392604"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72D059-D2BA-418E-A237-A0317A0C6BEC}">
      <dsp:nvSpPr>
        <dsp:cNvPr id="0" name=""/>
        <dsp:cNvSpPr/>
      </dsp:nvSpPr>
      <dsp:spPr>
        <a:xfrm>
          <a:off x="1116307" y="3853608"/>
          <a:ext cx="392604" cy="136275"/>
        </a:xfrm>
        <a:custGeom>
          <a:avLst/>
          <a:gdLst/>
          <a:ahLst/>
          <a:cxnLst/>
          <a:rect l="0" t="0" r="0" b="0"/>
          <a:pathLst>
            <a:path>
              <a:moveTo>
                <a:pt x="392604" y="0"/>
              </a:moveTo>
              <a:lnTo>
                <a:pt x="392604"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C60A0B7-5934-4BE6-8931-6662FB80A41B}">
      <dsp:nvSpPr>
        <dsp:cNvPr id="0" name=""/>
        <dsp:cNvSpPr/>
      </dsp:nvSpPr>
      <dsp:spPr>
        <a:xfrm>
          <a:off x="331098" y="3853608"/>
          <a:ext cx="1177813" cy="136275"/>
        </a:xfrm>
        <a:custGeom>
          <a:avLst/>
          <a:gdLst/>
          <a:ahLst/>
          <a:cxnLst/>
          <a:rect l="0" t="0" r="0" b="0"/>
          <a:pathLst>
            <a:path>
              <a:moveTo>
                <a:pt x="1177813" y="0"/>
              </a:moveTo>
              <a:lnTo>
                <a:pt x="1177813" y="68137"/>
              </a:lnTo>
              <a:lnTo>
                <a:pt x="0" y="68137"/>
              </a:lnTo>
              <a:lnTo>
                <a:pt x="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168E755-47AB-4229-9659-96E4D5684C46}">
      <dsp:nvSpPr>
        <dsp:cNvPr id="0" name=""/>
        <dsp:cNvSpPr/>
      </dsp:nvSpPr>
      <dsp:spPr>
        <a:xfrm>
          <a:off x="1463191" y="3392866"/>
          <a:ext cx="91440" cy="136275"/>
        </a:xfrm>
        <a:custGeom>
          <a:avLst/>
          <a:gdLst/>
          <a:ahLst/>
          <a:cxnLst/>
          <a:rect l="0" t="0" r="0" b="0"/>
          <a:pathLst>
            <a:path>
              <a:moveTo>
                <a:pt x="45720" y="0"/>
              </a:moveTo>
              <a:lnTo>
                <a:pt x="45720" y="136275"/>
              </a:lnTo>
            </a:path>
          </a:pathLst>
        </a:custGeom>
        <a:noFill/>
        <a:ln w="6350" cap="flat" cmpd="sng" algn="ctr">
          <a:solidFill>
            <a:schemeClr val="accent6">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3C91B2E-551C-429C-8FBF-AFA1AEF8A9C1}">
      <dsp:nvSpPr>
        <dsp:cNvPr id="0" name=""/>
        <dsp:cNvSpPr/>
      </dsp:nvSpPr>
      <dsp:spPr>
        <a:xfrm>
          <a:off x="1508911" y="1912295"/>
          <a:ext cx="4680170" cy="1156103"/>
        </a:xfrm>
        <a:custGeom>
          <a:avLst/>
          <a:gdLst/>
          <a:ahLst/>
          <a:cxnLst/>
          <a:rect l="0" t="0" r="0" b="0"/>
          <a:pathLst>
            <a:path>
              <a:moveTo>
                <a:pt x="4680170" y="0"/>
              </a:moveTo>
              <a:lnTo>
                <a:pt x="4680170" y="1087965"/>
              </a:lnTo>
              <a:lnTo>
                <a:pt x="0" y="1087965"/>
              </a:lnTo>
              <a:lnTo>
                <a:pt x="0" y="1156103"/>
              </a:lnTo>
            </a:path>
          </a:pathLst>
        </a:custGeom>
        <a:noFill/>
        <a:ln w="6350" cap="flat" cmpd="sng" algn="ctr">
          <a:solidFill>
            <a:schemeClr val="accent6">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766AF82-EF27-47DA-9177-2799997C1502}">
      <dsp:nvSpPr>
        <dsp:cNvPr id="0" name=""/>
        <dsp:cNvSpPr/>
      </dsp:nvSpPr>
      <dsp:spPr>
        <a:xfrm>
          <a:off x="5864615" y="158782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عام</a:t>
          </a:r>
          <a:endParaRPr lang="en-US" sz="1000" b="1" kern="1200" dirty="0">
            <a:solidFill>
              <a:srgbClr val="1E5A95"/>
            </a:solidFill>
          </a:endParaRPr>
        </a:p>
      </dsp:txBody>
      <dsp:txXfrm>
        <a:off x="5864615" y="1587829"/>
        <a:ext cx="648933" cy="324466"/>
      </dsp:txXfrm>
    </dsp:sp>
    <dsp:sp modelId="{8F7270DC-5F4B-490A-88A0-247FCD08AF8F}">
      <dsp:nvSpPr>
        <dsp:cNvPr id="0" name=""/>
        <dsp:cNvSpPr/>
      </dsp:nvSpPr>
      <dsp:spPr>
        <a:xfrm>
          <a:off x="1184445"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rgbClr val="1E5A95"/>
              </a:solidFill>
            </a:rPr>
            <a:t>HR</a:t>
          </a:r>
        </a:p>
      </dsp:txBody>
      <dsp:txXfrm>
        <a:off x="1184445" y="3068399"/>
        <a:ext cx="648933" cy="324466"/>
      </dsp:txXfrm>
    </dsp:sp>
    <dsp:sp modelId="{D6694C1E-8918-4F7B-B3AC-2748C33AD189}">
      <dsp:nvSpPr>
        <dsp:cNvPr id="0" name=""/>
        <dsp:cNvSpPr/>
      </dsp:nvSpPr>
      <dsp:spPr>
        <a:xfrm>
          <a:off x="1184445"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مسؤول موارد بشرية </a:t>
          </a:r>
          <a:endParaRPr lang="en-US" sz="1000" b="1" kern="1200" dirty="0">
            <a:solidFill>
              <a:srgbClr val="1E5A95"/>
            </a:solidFill>
          </a:endParaRPr>
        </a:p>
      </dsp:txBody>
      <dsp:txXfrm>
        <a:off x="1184445" y="3529141"/>
        <a:ext cx="648933" cy="324466"/>
      </dsp:txXfrm>
    </dsp:sp>
    <dsp:sp modelId="{F43570F7-0162-4B8A-88F0-17EF0ACABC37}">
      <dsp:nvSpPr>
        <dsp:cNvPr id="0" name=""/>
        <dsp:cNvSpPr/>
      </dsp:nvSpPr>
      <dsp:spPr>
        <a:xfrm>
          <a:off x="6631"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حضور واجور</a:t>
          </a:r>
          <a:endParaRPr lang="en-US" sz="1000" b="1" kern="1200" dirty="0">
            <a:solidFill>
              <a:srgbClr val="1E5A95"/>
            </a:solidFill>
          </a:endParaRPr>
        </a:p>
      </dsp:txBody>
      <dsp:txXfrm>
        <a:off x="6631" y="3989884"/>
        <a:ext cx="648933" cy="324466"/>
      </dsp:txXfrm>
    </dsp:sp>
    <dsp:sp modelId="{40EE76D3-5323-42E0-8D44-F7584F4CDD83}">
      <dsp:nvSpPr>
        <dsp:cNvPr id="0" name=""/>
        <dsp:cNvSpPr/>
      </dsp:nvSpPr>
      <dsp:spPr>
        <a:xfrm>
          <a:off x="791840"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شئون عاملين</a:t>
          </a:r>
          <a:endParaRPr lang="en-US" sz="1000" b="1" kern="1200" dirty="0">
            <a:solidFill>
              <a:srgbClr val="1E5A95"/>
            </a:solidFill>
          </a:endParaRPr>
        </a:p>
      </dsp:txBody>
      <dsp:txXfrm>
        <a:off x="791840" y="3989884"/>
        <a:ext cx="648933" cy="324466"/>
      </dsp:txXfrm>
    </dsp:sp>
    <dsp:sp modelId="{16EBF284-AEDB-4B72-B673-F2F197BAB2B5}">
      <dsp:nvSpPr>
        <dsp:cNvPr id="0" name=""/>
        <dsp:cNvSpPr/>
      </dsp:nvSpPr>
      <dsp:spPr>
        <a:xfrm>
          <a:off x="1577049"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توظيف</a:t>
          </a:r>
          <a:endParaRPr lang="en-US" sz="1000" b="1" kern="1200" dirty="0">
            <a:solidFill>
              <a:srgbClr val="1E5A95"/>
            </a:solidFill>
          </a:endParaRPr>
        </a:p>
      </dsp:txBody>
      <dsp:txXfrm>
        <a:off x="1577049" y="3989884"/>
        <a:ext cx="648933" cy="324466"/>
      </dsp:txXfrm>
    </dsp:sp>
    <dsp:sp modelId="{B0C94FA7-56F5-42A2-B785-86571255BAD2}">
      <dsp:nvSpPr>
        <dsp:cNvPr id="0" name=""/>
        <dsp:cNvSpPr/>
      </dsp:nvSpPr>
      <dsp:spPr>
        <a:xfrm>
          <a:off x="2362258"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تدريب</a:t>
          </a:r>
          <a:endParaRPr lang="en-US" sz="1000" b="1" kern="1200" dirty="0">
            <a:solidFill>
              <a:srgbClr val="1E5A95"/>
            </a:solidFill>
          </a:endParaRPr>
        </a:p>
      </dsp:txBody>
      <dsp:txXfrm>
        <a:off x="2362258" y="3989884"/>
        <a:ext cx="648933" cy="324466"/>
      </dsp:txXfrm>
    </dsp:sp>
    <dsp:sp modelId="{54DBA53B-BD7B-45BD-8B1F-83481FA8F927}">
      <dsp:nvSpPr>
        <dsp:cNvPr id="0" name=""/>
        <dsp:cNvSpPr/>
      </dsp:nvSpPr>
      <dsp:spPr>
        <a:xfrm>
          <a:off x="3147468"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علميات</a:t>
          </a:r>
          <a:endParaRPr lang="en-US" sz="1000" b="1" kern="1200" dirty="0">
            <a:solidFill>
              <a:srgbClr val="1E5A95"/>
            </a:solidFill>
          </a:endParaRPr>
        </a:p>
      </dsp:txBody>
      <dsp:txXfrm>
        <a:off x="3147468" y="3068399"/>
        <a:ext cx="648933" cy="324466"/>
      </dsp:txXfrm>
    </dsp:sp>
    <dsp:sp modelId="{CA549609-1431-439C-A80C-0573BFE6C9E0}">
      <dsp:nvSpPr>
        <dsp:cNvPr id="0" name=""/>
        <dsp:cNvSpPr/>
      </dsp:nvSpPr>
      <dsp:spPr>
        <a:xfrm>
          <a:off x="3147468"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عمليات</a:t>
          </a:r>
          <a:endParaRPr lang="en-US" sz="1000" b="1" kern="1200" dirty="0">
            <a:solidFill>
              <a:srgbClr val="1E5A95"/>
            </a:solidFill>
          </a:endParaRPr>
        </a:p>
      </dsp:txBody>
      <dsp:txXfrm>
        <a:off x="3147468" y="3529141"/>
        <a:ext cx="648933" cy="324466"/>
      </dsp:txXfrm>
    </dsp:sp>
    <dsp:sp modelId="{0F243B2A-C713-4401-87A3-A3831FE32D19}">
      <dsp:nvSpPr>
        <dsp:cNvPr id="0" name=""/>
        <dsp:cNvSpPr/>
      </dsp:nvSpPr>
      <dsp:spPr>
        <a:xfrm>
          <a:off x="3147468"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مسؤول عمليات</a:t>
          </a:r>
          <a:endParaRPr lang="en-US" sz="1000" b="1" kern="1200" dirty="0">
            <a:solidFill>
              <a:srgbClr val="1E5A95"/>
            </a:solidFill>
          </a:endParaRPr>
        </a:p>
      </dsp:txBody>
      <dsp:txXfrm>
        <a:off x="3147468" y="3989884"/>
        <a:ext cx="648933" cy="324466"/>
      </dsp:txXfrm>
    </dsp:sp>
    <dsp:sp modelId="{50FE2A3E-1E83-4359-9FE8-9579A25459F9}">
      <dsp:nvSpPr>
        <dsp:cNvPr id="0" name=""/>
        <dsp:cNvSpPr/>
      </dsp:nvSpPr>
      <dsp:spPr>
        <a:xfrm>
          <a:off x="2754863"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عمليات</a:t>
          </a:r>
          <a:endParaRPr lang="en-US" sz="1000" b="1" kern="1200" dirty="0">
            <a:solidFill>
              <a:srgbClr val="1E5A95"/>
            </a:solidFill>
          </a:endParaRPr>
        </a:p>
      </dsp:txBody>
      <dsp:txXfrm>
        <a:off x="2754863" y="4450626"/>
        <a:ext cx="648933" cy="324466"/>
      </dsp:txXfrm>
    </dsp:sp>
    <dsp:sp modelId="{A4562EA9-ACF6-4807-9611-3120626A962C}">
      <dsp:nvSpPr>
        <dsp:cNvPr id="0" name=""/>
        <dsp:cNvSpPr/>
      </dsp:nvSpPr>
      <dsp:spPr>
        <a:xfrm>
          <a:off x="3540072"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خدمات مساندة</a:t>
          </a:r>
          <a:endParaRPr lang="en-US" sz="1000" b="1" kern="1200" dirty="0">
            <a:solidFill>
              <a:srgbClr val="1E5A95"/>
            </a:solidFill>
          </a:endParaRPr>
        </a:p>
      </dsp:txBody>
      <dsp:txXfrm>
        <a:off x="3540072" y="4450626"/>
        <a:ext cx="648933" cy="324466"/>
      </dsp:txXfrm>
    </dsp:sp>
    <dsp:sp modelId="{3366A2E8-3F24-4834-98CA-1439ECC4ED4A}">
      <dsp:nvSpPr>
        <dsp:cNvPr id="0" name=""/>
        <dsp:cNvSpPr/>
      </dsp:nvSpPr>
      <dsp:spPr>
        <a:xfrm>
          <a:off x="4325281"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التحصيل</a:t>
          </a:r>
          <a:endParaRPr lang="en-US" sz="1000" b="1" kern="1200" dirty="0">
            <a:solidFill>
              <a:srgbClr val="1E5A95"/>
            </a:solidFill>
          </a:endParaRPr>
        </a:p>
      </dsp:txBody>
      <dsp:txXfrm>
        <a:off x="4325281" y="3068399"/>
        <a:ext cx="648933" cy="324466"/>
      </dsp:txXfrm>
    </dsp:sp>
    <dsp:sp modelId="{3209028E-6BE8-4A82-A8B4-2D20F1F8D810}">
      <dsp:nvSpPr>
        <dsp:cNvPr id="0" name=""/>
        <dsp:cNvSpPr/>
      </dsp:nvSpPr>
      <dsp:spPr>
        <a:xfrm>
          <a:off x="4325281"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مشروع</a:t>
          </a:r>
          <a:endParaRPr lang="en-US" sz="1000" b="1" kern="1200" dirty="0">
            <a:solidFill>
              <a:srgbClr val="1E5A95"/>
            </a:solidFill>
          </a:endParaRPr>
        </a:p>
      </dsp:txBody>
      <dsp:txXfrm>
        <a:off x="4325281" y="3529141"/>
        <a:ext cx="648933" cy="324466"/>
      </dsp:txXfrm>
    </dsp:sp>
    <dsp:sp modelId="{60C2A81D-6CC7-4653-B361-321BB7BBB028}">
      <dsp:nvSpPr>
        <dsp:cNvPr id="0" name=""/>
        <dsp:cNvSpPr/>
      </dsp:nvSpPr>
      <dsp:spPr>
        <a:xfrm>
          <a:off x="4325281"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مشرف تحصيل</a:t>
          </a:r>
          <a:endParaRPr lang="en-US" sz="1000" b="1" kern="1200" dirty="0">
            <a:solidFill>
              <a:srgbClr val="1E5A95"/>
            </a:solidFill>
          </a:endParaRPr>
        </a:p>
      </dsp:txBody>
      <dsp:txXfrm>
        <a:off x="4325281" y="3989884"/>
        <a:ext cx="648933" cy="324466"/>
      </dsp:txXfrm>
    </dsp:sp>
    <dsp:sp modelId="{C93B9FFB-11E3-47CB-9831-28DA24319EA5}">
      <dsp:nvSpPr>
        <dsp:cNvPr id="0" name=""/>
        <dsp:cNvSpPr/>
      </dsp:nvSpPr>
      <dsp:spPr>
        <a:xfrm>
          <a:off x="4325281"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محصل هاتفي</a:t>
          </a:r>
          <a:endParaRPr lang="en-US" sz="1000" b="1" kern="1200" dirty="0">
            <a:solidFill>
              <a:srgbClr val="1E5A95"/>
            </a:solidFill>
          </a:endParaRPr>
        </a:p>
      </dsp:txBody>
      <dsp:txXfrm>
        <a:off x="4325281" y="4450626"/>
        <a:ext cx="648933" cy="324466"/>
      </dsp:txXfrm>
    </dsp:sp>
    <dsp:sp modelId="{F0FED5C7-0754-42EE-B5FF-F0B2856DC4A5}">
      <dsp:nvSpPr>
        <dsp:cNvPr id="0" name=""/>
        <dsp:cNvSpPr/>
      </dsp:nvSpPr>
      <dsp:spPr>
        <a:xfrm>
          <a:off x="5503095"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جودة</a:t>
          </a:r>
          <a:endParaRPr lang="en-US" sz="1000" b="1" kern="1200" dirty="0">
            <a:solidFill>
              <a:srgbClr val="1E5A95"/>
            </a:solidFill>
          </a:endParaRPr>
        </a:p>
      </dsp:txBody>
      <dsp:txXfrm>
        <a:off x="5503095" y="3068399"/>
        <a:ext cx="648933" cy="324466"/>
      </dsp:txXfrm>
    </dsp:sp>
    <dsp:sp modelId="{F55C97A7-710E-4A39-B69E-068ECC05B454}">
      <dsp:nvSpPr>
        <dsp:cNvPr id="0" name=""/>
        <dsp:cNvSpPr/>
      </dsp:nvSpPr>
      <dsp:spPr>
        <a:xfrm>
          <a:off x="5503095"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جودة</a:t>
          </a:r>
          <a:endParaRPr lang="en-US" sz="1000" b="1" kern="1200" dirty="0">
            <a:solidFill>
              <a:srgbClr val="1E5A95"/>
            </a:solidFill>
          </a:endParaRPr>
        </a:p>
      </dsp:txBody>
      <dsp:txXfrm>
        <a:off x="5503095" y="3529141"/>
        <a:ext cx="648933" cy="324466"/>
      </dsp:txXfrm>
    </dsp:sp>
    <dsp:sp modelId="{7168BE4B-64C7-4AB7-8577-FF3E7D690DCC}">
      <dsp:nvSpPr>
        <dsp:cNvPr id="0" name=""/>
        <dsp:cNvSpPr/>
      </dsp:nvSpPr>
      <dsp:spPr>
        <a:xfrm>
          <a:off x="5110490"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مشرف جودة</a:t>
          </a:r>
          <a:endParaRPr lang="en-US" sz="1000" b="1" kern="1200" dirty="0">
            <a:solidFill>
              <a:srgbClr val="1E5A95"/>
            </a:solidFill>
          </a:endParaRPr>
        </a:p>
      </dsp:txBody>
      <dsp:txXfrm>
        <a:off x="5110490" y="3989884"/>
        <a:ext cx="648933" cy="324466"/>
      </dsp:txXfrm>
    </dsp:sp>
    <dsp:sp modelId="{D198A6FA-8642-4CAD-A2DC-8B2453E544F0}">
      <dsp:nvSpPr>
        <dsp:cNvPr id="0" name=""/>
        <dsp:cNvSpPr/>
      </dsp:nvSpPr>
      <dsp:spPr>
        <a:xfrm>
          <a:off x="5110490"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جودة</a:t>
          </a:r>
          <a:endParaRPr lang="en-US" sz="1000" b="1" kern="1200" dirty="0">
            <a:solidFill>
              <a:srgbClr val="1E5A95"/>
            </a:solidFill>
          </a:endParaRPr>
        </a:p>
      </dsp:txBody>
      <dsp:txXfrm>
        <a:off x="5110490" y="4450626"/>
        <a:ext cx="648933" cy="324466"/>
      </dsp:txXfrm>
    </dsp:sp>
    <dsp:sp modelId="{27B6B416-8EE0-4B09-B21B-EC46483BE859}">
      <dsp:nvSpPr>
        <dsp:cNvPr id="0" name=""/>
        <dsp:cNvSpPr/>
      </dsp:nvSpPr>
      <dsp:spPr>
        <a:xfrm>
          <a:off x="5895699"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عناية عملاء</a:t>
          </a:r>
          <a:endParaRPr lang="en-US" sz="1000" b="1" kern="1200" dirty="0">
            <a:solidFill>
              <a:srgbClr val="1E5A95"/>
            </a:solidFill>
          </a:endParaRPr>
        </a:p>
      </dsp:txBody>
      <dsp:txXfrm>
        <a:off x="5895699" y="3989884"/>
        <a:ext cx="648933" cy="324466"/>
      </dsp:txXfrm>
    </dsp:sp>
    <dsp:sp modelId="{604794B7-911B-4637-A00F-301CDA89790B}">
      <dsp:nvSpPr>
        <dsp:cNvPr id="0" name=""/>
        <dsp:cNvSpPr/>
      </dsp:nvSpPr>
      <dsp:spPr>
        <a:xfrm>
          <a:off x="6680908"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rgbClr val="1E5A95"/>
              </a:solidFill>
            </a:rPr>
            <a:t>IT</a:t>
          </a:r>
        </a:p>
      </dsp:txBody>
      <dsp:txXfrm>
        <a:off x="6680908" y="3068399"/>
        <a:ext cx="648933" cy="324466"/>
      </dsp:txXfrm>
    </dsp:sp>
    <dsp:sp modelId="{FE31FBB8-3D0F-4538-8ED8-313A09E3AFEF}">
      <dsp:nvSpPr>
        <dsp:cNvPr id="0" name=""/>
        <dsp:cNvSpPr/>
      </dsp:nvSpPr>
      <dsp:spPr>
        <a:xfrm>
          <a:off x="6680908"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تكنولوجيا معلومات</a:t>
          </a:r>
          <a:endParaRPr lang="en-US" sz="1000" b="1" kern="1200" dirty="0">
            <a:solidFill>
              <a:srgbClr val="1E5A95"/>
            </a:solidFill>
          </a:endParaRPr>
        </a:p>
      </dsp:txBody>
      <dsp:txXfrm>
        <a:off x="6680908" y="3529141"/>
        <a:ext cx="648933" cy="324466"/>
      </dsp:txXfrm>
    </dsp:sp>
    <dsp:sp modelId="{68217BAE-E404-4FFA-BAD5-0813D8F3CC68}">
      <dsp:nvSpPr>
        <dsp:cNvPr id="0" name=""/>
        <dsp:cNvSpPr/>
      </dsp:nvSpPr>
      <dsp:spPr>
        <a:xfrm>
          <a:off x="6680908"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مسؤول تكنولوجيا</a:t>
          </a:r>
          <a:endParaRPr lang="en-US" sz="1000" b="1" kern="1200" dirty="0">
            <a:solidFill>
              <a:srgbClr val="1E5A95"/>
            </a:solidFill>
          </a:endParaRPr>
        </a:p>
      </dsp:txBody>
      <dsp:txXfrm>
        <a:off x="6680908" y="3989884"/>
        <a:ext cx="648933" cy="324466"/>
      </dsp:txXfrm>
    </dsp:sp>
    <dsp:sp modelId="{DA377761-4971-460D-919E-F63FCD1B7AC5}">
      <dsp:nvSpPr>
        <dsp:cNvPr id="0" name=""/>
        <dsp:cNvSpPr/>
      </dsp:nvSpPr>
      <dsp:spPr>
        <a:xfrm>
          <a:off x="6680908"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تكنولوجيا</a:t>
          </a:r>
          <a:endParaRPr lang="en-US" sz="1000" b="1" kern="1200" dirty="0">
            <a:solidFill>
              <a:srgbClr val="1E5A95"/>
            </a:solidFill>
          </a:endParaRPr>
        </a:p>
      </dsp:txBody>
      <dsp:txXfrm>
        <a:off x="6680908" y="4450626"/>
        <a:ext cx="648933" cy="324466"/>
      </dsp:txXfrm>
    </dsp:sp>
    <dsp:sp modelId="{75405E9A-3838-4CD3-BE51-AA8E5E0381E2}">
      <dsp:nvSpPr>
        <dsp:cNvPr id="0" name=""/>
        <dsp:cNvSpPr/>
      </dsp:nvSpPr>
      <dsp:spPr>
        <a:xfrm>
          <a:off x="7466117"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شئون قانونية</a:t>
          </a:r>
          <a:endParaRPr lang="en-US" sz="1000" b="1" kern="1200" dirty="0">
            <a:solidFill>
              <a:srgbClr val="1E5A95"/>
            </a:solidFill>
          </a:endParaRPr>
        </a:p>
      </dsp:txBody>
      <dsp:txXfrm>
        <a:off x="7466117" y="3068399"/>
        <a:ext cx="648933" cy="324466"/>
      </dsp:txXfrm>
    </dsp:sp>
    <dsp:sp modelId="{CA03923B-2F30-44AB-A63E-E38D0B5BB9C5}">
      <dsp:nvSpPr>
        <dsp:cNvPr id="0" name=""/>
        <dsp:cNvSpPr/>
      </dsp:nvSpPr>
      <dsp:spPr>
        <a:xfrm>
          <a:off x="7466117"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شئون قانونية</a:t>
          </a:r>
          <a:endParaRPr lang="en-US" sz="1000" b="1" kern="1200" dirty="0">
            <a:solidFill>
              <a:srgbClr val="1E5A95"/>
            </a:solidFill>
          </a:endParaRPr>
        </a:p>
      </dsp:txBody>
      <dsp:txXfrm>
        <a:off x="7466117" y="3529141"/>
        <a:ext cx="648933" cy="324466"/>
      </dsp:txXfrm>
    </dsp:sp>
    <dsp:sp modelId="{456459B5-ADE4-40B3-B663-8B2A49B9045E}">
      <dsp:nvSpPr>
        <dsp:cNvPr id="0" name=""/>
        <dsp:cNvSpPr/>
      </dsp:nvSpPr>
      <dsp:spPr>
        <a:xfrm>
          <a:off x="7466117"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محامي</a:t>
          </a:r>
          <a:endParaRPr lang="en-US" sz="1000" b="1" kern="1200" dirty="0">
            <a:solidFill>
              <a:srgbClr val="1E5A95"/>
            </a:solidFill>
          </a:endParaRPr>
        </a:p>
      </dsp:txBody>
      <dsp:txXfrm>
        <a:off x="7466117" y="3989884"/>
        <a:ext cx="648933" cy="324466"/>
      </dsp:txXfrm>
    </dsp:sp>
    <dsp:sp modelId="{DEAAA468-9640-4126-A86A-267B0BC10FDF}">
      <dsp:nvSpPr>
        <dsp:cNvPr id="0" name=""/>
        <dsp:cNvSpPr/>
      </dsp:nvSpPr>
      <dsp:spPr>
        <a:xfrm>
          <a:off x="8251326"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حسابات</a:t>
          </a:r>
          <a:endParaRPr lang="en-US" sz="1000" b="1" kern="1200" dirty="0">
            <a:solidFill>
              <a:srgbClr val="1E5A95"/>
            </a:solidFill>
          </a:endParaRPr>
        </a:p>
      </dsp:txBody>
      <dsp:txXfrm>
        <a:off x="8251326" y="3068399"/>
        <a:ext cx="648933" cy="324466"/>
      </dsp:txXfrm>
    </dsp:sp>
    <dsp:sp modelId="{32482A78-9353-4899-9BD0-B7A0B2F763AE}">
      <dsp:nvSpPr>
        <dsp:cNvPr id="0" name=""/>
        <dsp:cNvSpPr/>
      </dsp:nvSpPr>
      <dsp:spPr>
        <a:xfrm>
          <a:off x="8251326"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مدير حسابات</a:t>
          </a:r>
          <a:endParaRPr lang="en-US" sz="1000" b="1" kern="1200" dirty="0">
            <a:solidFill>
              <a:srgbClr val="1E5A95"/>
            </a:solidFill>
          </a:endParaRPr>
        </a:p>
      </dsp:txBody>
      <dsp:txXfrm>
        <a:off x="8251326" y="3529141"/>
        <a:ext cx="648933" cy="324466"/>
      </dsp:txXfrm>
    </dsp:sp>
    <dsp:sp modelId="{842F3502-341B-4DC0-ABA4-3DF087EF38B6}">
      <dsp:nvSpPr>
        <dsp:cNvPr id="0" name=""/>
        <dsp:cNvSpPr/>
      </dsp:nvSpPr>
      <dsp:spPr>
        <a:xfrm>
          <a:off x="8251326" y="3989884"/>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محاسب عام</a:t>
          </a:r>
          <a:endParaRPr lang="en-US" sz="1000" b="1" kern="1200" dirty="0">
            <a:solidFill>
              <a:srgbClr val="1E5A95"/>
            </a:solidFill>
          </a:endParaRPr>
        </a:p>
      </dsp:txBody>
      <dsp:txXfrm>
        <a:off x="8251326" y="3989884"/>
        <a:ext cx="648933" cy="324466"/>
      </dsp:txXfrm>
    </dsp:sp>
    <dsp:sp modelId="{23E0C35A-063C-447A-A5AE-9B4D037A8206}">
      <dsp:nvSpPr>
        <dsp:cNvPr id="0" name=""/>
        <dsp:cNvSpPr/>
      </dsp:nvSpPr>
      <dsp:spPr>
        <a:xfrm>
          <a:off x="7858722"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محاسب تسوية</a:t>
          </a:r>
          <a:endParaRPr lang="en-US" sz="1000" b="1" kern="1200" dirty="0">
            <a:solidFill>
              <a:srgbClr val="1E5A95"/>
            </a:solidFill>
          </a:endParaRPr>
        </a:p>
      </dsp:txBody>
      <dsp:txXfrm>
        <a:off x="7858722" y="4450626"/>
        <a:ext cx="648933" cy="324466"/>
      </dsp:txXfrm>
    </dsp:sp>
    <dsp:sp modelId="{977EC86E-E076-4F30-BB16-B3AED5A296F7}">
      <dsp:nvSpPr>
        <dsp:cNvPr id="0" name=""/>
        <dsp:cNvSpPr/>
      </dsp:nvSpPr>
      <dsp:spPr>
        <a:xfrm>
          <a:off x="8643931" y="4450626"/>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مسؤول اصول</a:t>
          </a:r>
          <a:endParaRPr lang="en-US" sz="1000" b="1" kern="1200" dirty="0">
            <a:solidFill>
              <a:srgbClr val="1E5A95"/>
            </a:solidFill>
          </a:endParaRPr>
        </a:p>
      </dsp:txBody>
      <dsp:txXfrm>
        <a:off x="8643931" y="4450626"/>
        <a:ext cx="648933" cy="324466"/>
      </dsp:txXfrm>
    </dsp:sp>
    <dsp:sp modelId="{64E148C8-5A3A-4895-941C-37CDEF058CA8}">
      <dsp:nvSpPr>
        <dsp:cNvPr id="0" name=""/>
        <dsp:cNvSpPr/>
      </dsp:nvSpPr>
      <dsp:spPr>
        <a:xfrm>
          <a:off x="9821744"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خدمات عامة</a:t>
          </a:r>
          <a:endParaRPr lang="en-US" sz="1000" b="1" kern="1200" dirty="0">
            <a:solidFill>
              <a:srgbClr val="1E5A95"/>
            </a:solidFill>
          </a:endParaRPr>
        </a:p>
      </dsp:txBody>
      <dsp:txXfrm>
        <a:off x="9821744" y="3068399"/>
        <a:ext cx="648933" cy="324466"/>
      </dsp:txXfrm>
    </dsp:sp>
    <dsp:sp modelId="{1A59AF9D-BD67-4141-AABC-B9AE01198721}">
      <dsp:nvSpPr>
        <dsp:cNvPr id="0" name=""/>
        <dsp:cNvSpPr/>
      </dsp:nvSpPr>
      <dsp:spPr>
        <a:xfrm>
          <a:off x="9036535"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التزام</a:t>
          </a:r>
          <a:endParaRPr lang="en-US" sz="1000" b="1" kern="1200" dirty="0">
            <a:solidFill>
              <a:srgbClr val="1E5A95"/>
            </a:solidFill>
          </a:endParaRPr>
        </a:p>
      </dsp:txBody>
      <dsp:txXfrm>
        <a:off x="9036535" y="3529141"/>
        <a:ext cx="648933" cy="324466"/>
      </dsp:txXfrm>
    </dsp:sp>
    <dsp:sp modelId="{61F5DF98-D856-470B-9731-30304F93B349}">
      <dsp:nvSpPr>
        <dsp:cNvPr id="0" name=""/>
        <dsp:cNvSpPr/>
      </dsp:nvSpPr>
      <dsp:spPr>
        <a:xfrm>
          <a:off x="9821744"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موظف بوفية</a:t>
          </a:r>
          <a:endParaRPr lang="en-US" sz="1000" b="1" kern="1200" dirty="0">
            <a:solidFill>
              <a:srgbClr val="1E5A95"/>
            </a:solidFill>
          </a:endParaRPr>
        </a:p>
      </dsp:txBody>
      <dsp:txXfrm>
        <a:off x="9821744" y="3529141"/>
        <a:ext cx="648933" cy="324466"/>
      </dsp:txXfrm>
    </dsp:sp>
    <dsp:sp modelId="{D86F68BB-1C25-4CAB-9CB5-AD99ED1F9DE5}">
      <dsp:nvSpPr>
        <dsp:cNvPr id="0" name=""/>
        <dsp:cNvSpPr/>
      </dsp:nvSpPr>
      <dsp:spPr>
        <a:xfrm>
          <a:off x="10606954"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موظف استقبال</a:t>
          </a:r>
          <a:endParaRPr lang="en-US" sz="1000" b="1" kern="1200" dirty="0">
            <a:solidFill>
              <a:srgbClr val="1E5A95"/>
            </a:solidFill>
          </a:endParaRPr>
        </a:p>
      </dsp:txBody>
      <dsp:txXfrm>
        <a:off x="10606954" y="3529141"/>
        <a:ext cx="648933" cy="324466"/>
      </dsp:txXfrm>
    </dsp:sp>
    <dsp:sp modelId="{B6F60D23-954D-4811-A869-B96167E914D7}">
      <dsp:nvSpPr>
        <dsp:cNvPr id="0" name=""/>
        <dsp:cNvSpPr/>
      </dsp:nvSpPr>
      <dsp:spPr>
        <a:xfrm>
          <a:off x="11392163" y="3068399"/>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مبيعات</a:t>
          </a:r>
          <a:endParaRPr lang="en-US" sz="1000" b="1" kern="1200" dirty="0">
            <a:solidFill>
              <a:srgbClr val="1E5A95"/>
            </a:solidFill>
          </a:endParaRPr>
        </a:p>
      </dsp:txBody>
      <dsp:txXfrm>
        <a:off x="11392163" y="3068399"/>
        <a:ext cx="648933" cy="324466"/>
      </dsp:txXfrm>
    </dsp:sp>
    <dsp:sp modelId="{98465B29-B2E6-4F78-8159-FD4BAFB41A5C}">
      <dsp:nvSpPr>
        <dsp:cNvPr id="0" name=""/>
        <dsp:cNvSpPr/>
      </dsp:nvSpPr>
      <dsp:spPr>
        <a:xfrm>
          <a:off x="11392163" y="3529141"/>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اخصائي مبيعات</a:t>
          </a:r>
          <a:endParaRPr lang="en-US" sz="1000" b="1" kern="1200" dirty="0">
            <a:solidFill>
              <a:srgbClr val="1E5A95"/>
            </a:solidFill>
          </a:endParaRPr>
        </a:p>
      </dsp:txBody>
      <dsp:txXfrm>
        <a:off x="11392163" y="3529141"/>
        <a:ext cx="648933" cy="324466"/>
      </dsp:txXfrm>
    </dsp:sp>
    <dsp:sp modelId="{73A7720E-DC29-43DC-8213-A307591E9089}">
      <dsp:nvSpPr>
        <dsp:cNvPr id="0" name=""/>
        <dsp:cNvSpPr/>
      </dsp:nvSpPr>
      <dsp:spPr>
        <a:xfrm>
          <a:off x="5215682" y="2133857"/>
          <a:ext cx="648933" cy="3244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solidFill>
                <a:srgbClr val="1E5A95"/>
              </a:solidFill>
            </a:rPr>
            <a:t>مساعد اداري</a:t>
          </a:r>
          <a:endParaRPr lang="en-US" sz="1000" b="1" kern="1200" dirty="0">
            <a:solidFill>
              <a:srgbClr val="1E5A95"/>
            </a:solidFill>
          </a:endParaRPr>
        </a:p>
      </dsp:txBody>
      <dsp:txXfrm>
        <a:off x="5215682" y="2133857"/>
        <a:ext cx="648933" cy="32446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5B95-E744-45FA-8C24-F0F497E7F9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65C673-8B62-4899-9F1C-45F1CEC21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ABD1EB-B488-40F1-943D-7728DBECCBBA}"/>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5" name="Footer Placeholder 4">
            <a:extLst>
              <a:ext uri="{FF2B5EF4-FFF2-40B4-BE49-F238E27FC236}">
                <a16:creationId xmlns:a16="http://schemas.microsoft.com/office/drawing/2014/main" id="{CF1E8BC4-6293-47A5-9328-4C000E9CD7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8E3D43-80D7-43C1-84AD-E99EFAE2B2C8}"/>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46042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34645-788F-4050-B62C-DA919FE4F1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E9AF08-04B1-4EB7-89A0-0973F119E3E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502428-E928-4197-B7E4-C6DC233A3264}"/>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5" name="Footer Placeholder 4">
            <a:extLst>
              <a:ext uri="{FF2B5EF4-FFF2-40B4-BE49-F238E27FC236}">
                <a16:creationId xmlns:a16="http://schemas.microsoft.com/office/drawing/2014/main" id="{A4D60B5E-4913-4121-8312-91DAF9418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2D3E42-390A-4E3E-A070-74B2E9630AD0}"/>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2081624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A2B32-8A29-4BC0-B0B6-B5437B2E7F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50A996-90EC-4358-89F7-5209A00774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477F85B-2B34-41C1-B69E-F934A4FE36B3}"/>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5" name="Footer Placeholder 4">
            <a:extLst>
              <a:ext uri="{FF2B5EF4-FFF2-40B4-BE49-F238E27FC236}">
                <a16:creationId xmlns:a16="http://schemas.microsoft.com/office/drawing/2014/main" id="{D583B442-4790-48EB-9A55-334B05520F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5A114F-6CD4-4EF2-8664-6DF13EB40C32}"/>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402457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57803-E0F9-4886-815A-17FE82191B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52D4FD-68FC-4368-A232-97DAD4F3287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A65063-C4EF-4639-93E6-DFC04B55574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4D7513-53C7-4E34-8F9C-5EA867E1E6F2}"/>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6" name="Footer Placeholder 5">
            <a:extLst>
              <a:ext uri="{FF2B5EF4-FFF2-40B4-BE49-F238E27FC236}">
                <a16:creationId xmlns:a16="http://schemas.microsoft.com/office/drawing/2014/main" id="{A9856A88-920C-44B3-88F2-9AD6324FA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1B830C-2103-4FD9-BBC6-76C93F7661C4}"/>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3485915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A9E7-6DF5-47FC-95D6-53A89CD65E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9AAF7A-ED6B-4A04-A78E-85F38BF1E8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FC3EF60-B962-4D79-8C31-E6016632CDE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6E65B1-952A-4F52-B3AF-2A91CC7FCB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F4DA41-3A2C-4B53-9AC7-C4B51D20308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A86F0B-184C-4AD6-A8DF-24D3D2597A22}"/>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8" name="Footer Placeholder 7">
            <a:extLst>
              <a:ext uri="{FF2B5EF4-FFF2-40B4-BE49-F238E27FC236}">
                <a16:creationId xmlns:a16="http://schemas.microsoft.com/office/drawing/2014/main" id="{1F4896EF-5F7E-46D8-9800-B6796DAE6E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FE323A-4DFB-4EA2-B2EC-1FF8133D0FA6}"/>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341631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7B385-24C6-43E5-993B-D8729785B5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C9BF5F-A1F7-4F63-9610-4152FBC51C83}"/>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4" name="Footer Placeholder 3">
            <a:extLst>
              <a:ext uri="{FF2B5EF4-FFF2-40B4-BE49-F238E27FC236}">
                <a16:creationId xmlns:a16="http://schemas.microsoft.com/office/drawing/2014/main" id="{3E0B7CF6-B779-4AA4-A81B-67AA719D0B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5A52B4-934A-4340-AEEE-DFC4E8D44CD2}"/>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1587308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77E993-C613-48A6-AE4D-8E3812EE4345}"/>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3" name="Footer Placeholder 2">
            <a:extLst>
              <a:ext uri="{FF2B5EF4-FFF2-40B4-BE49-F238E27FC236}">
                <a16:creationId xmlns:a16="http://schemas.microsoft.com/office/drawing/2014/main" id="{BB7E25F0-74FF-4891-A815-7A4C61D6E1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283AD3-34E3-4D30-A0C8-ACD10DB51376}"/>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17925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52667-68E2-4076-905A-DDFA1895BD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A8803B-3AAD-47F8-B121-4BA10B071C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0A425B-8A52-4C4F-A6EA-8604BDEE15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67765B9-A4A3-430F-B061-44E29608A091}"/>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6" name="Footer Placeholder 5">
            <a:extLst>
              <a:ext uri="{FF2B5EF4-FFF2-40B4-BE49-F238E27FC236}">
                <a16:creationId xmlns:a16="http://schemas.microsoft.com/office/drawing/2014/main" id="{31F4C732-74D7-4D16-977E-291923DFF3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A3AE2F-7E92-4038-A564-9EE2DB7A94FC}"/>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2896916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5FD72-2A98-4DD0-BD7F-C1F5BEA770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3F579F-B126-4FFF-B3C3-3904187324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6248E8-19D5-43FE-8B44-DA56AB24F6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9DD71EA-23A2-4AF4-8C98-B41F46C070E1}"/>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6" name="Footer Placeholder 5">
            <a:extLst>
              <a:ext uri="{FF2B5EF4-FFF2-40B4-BE49-F238E27FC236}">
                <a16:creationId xmlns:a16="http://schemas.microsoft.com/office/drawing/2014/main" id="{9473ABA8-AA58-41B9-8D40-7E181811ED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AF1679-77DE-469D-9CC9-2CCF3A2FED0F}"/>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54492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A586-F461-4BC8-9061-2302BE1727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C54B82-0EC0-4C95-84AE-D61F6AD35F9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092269-469C-4211-8BDC-135528A222B1}"/>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5" name="Footer Placeholder 4">
            <a:extLst>
              <a:ext uri="{FF2B5EF4-FFF2-40B4-BE49-F238E27FC236}">
                <a16:creationId xmlns:a16="http://schemas.microsoft.com/office/drawing/2014/main" id="{2CCB25C3-8B50-4BD1-B3DB-3D8CFFB33D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0DB5FD-99A8-4BE4-916F-90848D161256}"/>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3578527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1C53EC-17AC-4641-B69B-9631523ECD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0C94F0-E8E8-4F0E-B44F-5C3DBE721AB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4B47C9-EB7D-4231-AB5E-2CA8E7CDB976}"/>
              </a:ext>
            </a:extLst>
          </p:cNvPr>
          <p:cNvSpPr>
            <a:spLocks noGrp="1"/>
          </p:cNvSpPr>
          <p:nvPr>
            <p:ph type="dt" sz="half" idx="10"/>
          </p:nvPr>
        </p:nvSpPr>
        <p:spPr/>
        <p:txBody>
          <a:bodyPr/>
          <a:lstStyle/>
          <a:p>
            <a:fld id="{ED45A153-3FFD-4DC0-BE57-F96B8EC77A15}" type="datetimeFigureOut">
              <a:rPr lang="en-US" smtClean="0"/>
              <a:t>2/26/2026</a:t>
            </a:fld>
            <a:endParaRPr lang="en-US"/>
          </a:p>
        </p:txBody>
      </p:sp>
      <p:sp>
        <p:nvSpPr>
          <p:cNvPr id="5" name="Footer Placeholder 4">
            <a:extLst>
              <a:ext uri="{FF2B5EF4-FFF2-40B4-BE49-F238E27FC236}">
                <a16:creationId xmlns:a16="http://schemas.microsoft.com/office/drawing/2014/main" id="{E6931110-E2B4-48FD-9808-B5D1301B2A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D80D3-F363-4983-A01C-6BAB8E91FE1C}"/>
              </a:ext>
            </a:extLst>
          </p:cNvPr>
          <p:cNvSpPr>
            <a:spLocks noGrp="1"/>
          </p:cNvSpPr>
          <p:nvPr>
            <p:ph type="sldNum" sz="quarter" idx="12"/>
          </p:nvPr>
        </p:nvSpPr>
        <p:spPr/>
        <p:txBody>
          <a:bodyPr/>
          <a:lstStyle/>
          <a:p>
            <a:fld id="{DD09FFB8-0825-4192-859F-D48D9D6A21DF}" type="slidenum">
              <a:rPr lang="en-US" smtClean="0"/>
              <a:t>‹#›</a:t>
            </a:fld>
            <a:endParaRPr lang="en-US"/>
          </a:p>
        </p:txBody>
      </p:sp>
    </p:spTree>
    <p:extLst>
      <p:ext uri="{BB962C8B-B14F-4D97-AF65-F5344CB8AC3E}">
        <p14:creationId xmlns:p14="http://schemas.microsoft.com/office/powerpoint/2010/main" val="2441575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D6DC82-7947-455F-93D5-6972B7555D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18AF48-914A-44AF-9146-050977C3EB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3DD8CF-3887-4938-9B15-0F8416BA87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45A153-3FFD-4DC0-BE57-F96B8EC77A15}" type="datetimeFigureOut">
              <a:rPr lang="en-US" smtClean="0"/>
              <a:t>2/26/2026</a:t>
            </a:fld>
            <a:endParaRPr lang="en-US"/>
          </a:p>
        </p:txBody>
      </p:sp>
      <p:sp>
        <p:nvSpPr>
          <p:cNvPr id="5" name="Footer Placeholder 4">
            <a:extLst>
              <a:ext uri="{FF2B5EF4-FFF2-40B4-BE49-F238E27FC236}">
                <a16:creationId xmlns:a16="http://schemas.microsoft.com/office/drawing/2014/main" id="{0A1B3C0B-7B8B-40CB-8351-DA9E52CE1F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5F212C3-A893-494C-A8E5-784F772403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09FFB8-0825-4192-859F-D48D9D6A21DF}" type="slidenum">
              <a:rPr lang="en-US" smtClean="0"/>
              <a:t>‹#›</a:t>
            </a:fld>
            <a:endParaRPr lang="en-US"/>
          </a:p>
        </p:txBody>
      </p:sp>
    </p:spTree>
    <p:extLst>
      <p:ext uri="{BB962C8B-B14F-4D97-AF65-F5344CB8AC3E}">
        <p14:creationId xmlns:p14="http://schemas.microsoft.com/office/powerpoint/2010/main" val="2311365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diagramLayout" Target="../diagrams/layout1.xml"/><Relationship Id="rId7" Type="http://schemas.openxmlformats.org/officeDocument/2006/relationships/image" Target="../media/image15.png"/><Relationship Id="rId12" Type="http://schemas.openxmlformats.org/officeDocument/2006/relationships/image" Target="../media/image8.sv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image" Target="../media/image7.png"/><Relationship Id="rId5" Type="http://schemas.openxmlformats.org/officeDocument/2006/relationships/diagramColors" Target="../diagrams/colors1.xml"/><Relationship Id="rId10" Type="http://schemas.openxmlformats.org/officeDocument/2006/relationships/image" Target="../media/image18.svg"/><Relationship Id="rId4" Type="http://schemas.openxmlformats.org/officeDocument/2006/relationships/diagramQuickStyle" Target="../diagrams/quickStyle1.xml"/><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diagramLayout" Target="../diagrams/layout2.xml"/><Relationship Id="rId7" Type="http://schemas.openxmlformats.org/officeDocument/2006/relationships/image" Target="../media/image7.png"/><Relationship Id="rId12" Type="http://schemas.openxmlformats.org/officeDocument/2006/relationships/image" Target="../media/image22.sv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11" Type="http://schemas.openxmlformats.org/officeDocument/2006/relationships/image" Target="../media/image21.png"/><Relationship Id="rId5" Type="http://schemas.openxmlformats.org/officeDocument/2006/relationships/diagramColors" Target="../diagrams/colors2.xml"/><Relationship Id="rId10" Type="http://schemas.openxmlformats.org/officeDocument/2006/relationships/image" Target="../media/image20.svg"/><Relationship Id="rId4" Type="http://schemas.openxmlformats.org/officeDocument/2006/relationships/diagramQuickStyle" Target="../diagrams/quickStyle2.xml"/><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658DD74A-7A77-44B3-BF6D-2AD091EDC9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98049" y="4819722"/>
            <a:ext cx="2393951" cy="2038278"/>
          </a:xfrm>
          <a:prstGeom prst="rect">
            <a:avLst/>
          </a:prstGeom>
        </p:spPr>
      </p:pic>
      <p:pic>
        <p:nvPicPr>
          <p:cNvPr id="5" name="Graphic 4">
            <a:extLst>
              <a:ext uri="{FF2B5EF4-FFF2-40B4-BE49-F238E27FC236}">
                <a16:creationId xmlns:a16="http://schemas.microsoft.com/office/drawing/2014/main" id="{187706AD-9F88-4433-A4F4-34AA3D3B6F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177837" y="4641885"/>
            <a:ext cx="2393951" cy="2038278"/>
          </a:xfrm>
          <a:prstGeom prst="rect">
            <a:avLst/>
          </a:prstGeom>
        </p:spPr>
      </p:pic>
      <p:sp>
        <p:nvSpPr>
          <p:cNvPr id="7" name="TextBox 6">
            <a:extLst>
              <a:ext uri="{FF2B5EF4-FFF2-40B4-BE49-F238E27FC236}">
                <a16:creationId xmlns:a16="http://schemas.microsoft.com/office/drawing/2014/main" id="{013B7343-785F-4C58-B931-5E490203D171}"/>
              </a:ext>
            </a:extLst>
          </p:cNvPr>
          <p:cNvSpPr txBox="1"/>
          <p:nvPr/>
        </p:nvSpPr>
        <p:spPr>
          <a:xfrm>
            <a:off x="3014661" y="1724416"/>
            <a:ext cx="6262689" cy="1826782"/>
          </a:xfrm>
          <a:prstGeom prst="rect">
            <a:avLst/>
          </a:prstGeom>
          <a:noFill/>
        </p:spPr>
        <p:txBody>
          <a:bodyPr wrap="square">
            <a:spAutoFit/>
          </a:bodyPr>
          <a:lstStyle/>
          <a:p>
            <a:pPr marL="0" marR="0" algn="ctr" rtl="1">
              <a:lnSpc>
                <a:spcPct val="107000"/>
              </a:lnSpc>
              <a:spcBef>
                <a:spcPts val="0"/>
              </a:spcBef>
              <a:spcAft>
                <a:spcPts val="800"/>
              </a:spcAft>
            </a:pPr>
            <a:r>
              <a:rPr lang="ar-SA" sz="5400" b="1" kern="1800" dirty="0">
                <a:solidFill>
                  <a:srgbClr val="1B4577"/>
                </a:solidFill>
                <a:effectLst/>
                <a:latin typeface="Calibri" panose="020F0502020204030204" pitchFamily="34" charset="0"/>
                <a:ea typeface="Times New Roman" panose="02020603050405020304" pitchFamily="18" charset="0"/>
                <a:cs typeface="Times New Roman" panose="02020603050405020304" pitchFamily="18" charset="0"/>
              </a:rPr>
              <a:t>الهيكل التنظيمي لشركة مهارة الدولية للتحصيل</a:t>
            </a:r>
            <a:endParaRPr lang="en-US" sz="2800" dirty="0">
              <a:solidFill>
                <a:srgbClr val="1B4577"/>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D58B9DC2-7058-4FDB-BEE0-E4DD81E720FD}"/>
              </a:ext>
            </a:extLst>
          </p:cNvPr>
          <p:cNvSpPr txBox="1"/>
          <p:nvPr/>
        </p:nvSpPr>
        <p:spPr>
          <a:xfrm>
            <a:off x="2481262" y="3921107"/>
            <a:ext cx="7789863" cy="1653594"/>
          </a:xfrm>
          <a:prstGeom prst="rect">
            <a:avLst/>
          </a:prstGeom>
          <a:noFill/>
        </p:spPr>
        <p:txBody>
          <a:bodyPr wrap="square">
            <a:spAutoFit/>
          </a:bodyPr>
          <a:lstStyle/>
          <a:p>
            <a:pPr marL="0" marR="0" algn="ctr" rtl="1">
              <a:lnSpc>
                <a:spcPct val="107000"/>
              </a:lnSpc>
              <a:spcBef>
                <a:spcPts val="0"/>
              </a:spcBef>
              <a:spcAft>
                <a:spcPts val="0"/>
              </a:spcAft>
            </a:pPr>
            <a:r>
              <a:rPr lang="ar-SA" sz="2400" dirty="0">
                <a:solidFill>
                  <a:srgbClr val="1D8D4D"/>
                </a:solidFill>
                <a:effectLst/>
                <a:latin typeface="Calibri" panose="020F0502020204030204" pitchFamily="34" charset="0"/>
                <a:ea typeface="Times New Roman" panose="02020603050405020304" pitchFamily="18" charset="0"/>
                <a:cs typeface="Times New Roman" panose="02020603050405020304" pitchFamily="18" charset="0"/>
              </a:rPr>
              <a:t>تُعد شركة مهارة الدولية للتحصيل كيانًا متخصصًا في مجال التحصيل، ويعكس هيكلها التنظيمي الموضح أدناه التوزيع الوظيفي والإداري الذي يضمن سير العمل بكفاءة وفعالية. يهدف هذا الهيكل إلى تحقيق الأهداف الاستراتيجية للشركة من خلال تحديد المسؤوليات والصلاحيات لكل إدارة ومسمى وظيفي.</a:t>
            </a:r>
            <a:endParaRPr lang="en-US" sz="2000" dirty="0">
              <a:solidFill>
                <a:srgbClr val="1D8D4D"/>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Graphic 10">
            <a:extLst>
              <a:ext uri="{FF2B5EF4-FFF2-40B4-BE49-F238E27FC236}">
                <a16:creationId xmlns:a16="http://schemas.microsoft.com/office/drawing/2014/main" id="{9B6AE58D-9E77-4147-A322-E17A158725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28300" y="4578040"/>
            <a:ext cx="695325" cy="142875"/>
          </a:xfrm>
          <a:prstGeom prst="rect">
            <a:avLst/>
          </a:prstGeom>
        </p:spPr>
      </p:pic>
      <p:pic>
        <p:nvPicPr>
          <p:cNvPr id="12" name="Graphic 11">
            <a:extLst>
              <a:ext uri="{FF2B5EF4-FFF2-40B4-BE49-F238E27FC236}">
                <a16:creationId xmlns:a16="http://schemas.microsoft.com/office/drawing/2014/main" id="{9F83CC96-3348-405D-A0E2-65EDD2F702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73212" y="4578040"/>
            <a:ext cx="695325" cy="142875"/>
          </a:xfrm>
          <a:prstGeom prst="rect">
            <a:avLst/>
          </a:prstGeom>
        </p:spPr>
      </p:pic>
      <p:pic>
        <p:nvPicPr>
          <p:cNvPr id="14" name="Graphic 13">
            <a:extLst>
              <a:ext uri="{FF2B5EF4-FFF2-40B4-BE49-F238E27FC236}">
                <a16:creationId xmlns:a16="http://schemas.microsoft.com/office/drawing/2014/main" id="{987578DE-3918-482A-B579-9C3E0B584E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52698" y="2299671"/>
            <a:ext cx="676275" cy="676275"/>
          </a:xfrm>
          <a:prstGeom prst="rect">
            <a:avLst/>
          </a:prstGeom>
        </p:spPr>
      </p:pic>
      <p:pic>
        <p:nvPicPr>
          <p:cNvPr id="15" name="Graphic 14">
            <a:extLst>
              <a:ext uri="{FF2B5EF4-FFF2-40B4-BE49-F238E27FC236}">
                <a16:creationId xmlns:a16="http://schemas.microsoft.com/office/drawing/2014/main" id="{807EDBD5-138E-48ED-819E-B195D597C5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77350" y="2299670"/>
            <a:ext cx="676275" cy="676275"/>
          </a:xfrm>
          <a:prstGeom prst="rect">
            <a:avLst/>
          </a:prstGeom>
        </p:spPr>
      </p:pic>
      <p:pic>
        <p:nvPicPr>
          <p:cNvPr id="17" name="Graphic 16">
            <a:extLst>
              <a:ext uri="{FF2B5EF4-FFF2-40B4-BE49-F238E27FC236}">
                <a16:creationId xmlns:a16="http://schemas.microsoft.com/office/drawing/2014/main" id="{F8773B3C-FA66-4ED0-AC20-DC804271811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0554" y="434962"/>
            <a:ext cx="2634107" cy="1277046"/>
          </a:xfrm>
          <a:prstGeom prst="rect">
            <a:avLst/>
          </a:prstGeom>
        </p:spPr>
      </p:pic>
    </p:spTree>
    <p:extLst>
      <p:ext uri="{BB962C8B-B14F-4D97-AF65-F5344CB8AC3E}">
        <p14:creationId xmlns:p14="http://schemas.microsoft.com/office/powerpoint/2010/main" val="3370130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363F3C8-BB40-4953-A772-85167F8B98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87633"/>
          </a:xfrm>
          <a:prstGeom prst="rect">
            <a:avLst/>
          </a:prstGeom>
        </p:spPr>
      </p:pic>
      <p:sp>
        <p:nvSpPr>
          <p:cNvPr id="7" name="TextBox 6">
            <a:extLst>
              <a:ext uri="{FF2B5EF4-FFF2-40B4-BE49-F238E27FC236}">
                <a16:creationId xmlns:a16="http://schemas.microsoft.com/office/drawing/2014/main" id="{013B7343-785F-4C58-B931-5E490203D171}"/>
              </a:ext>
            </a:extLst>
          </p:cNvPr>
          <p:cNvSpPr txBox="1"/>
          <p:nvPr/>
        </p:nvSpPr>
        <p:spPr>
          <a:xfrm>
            <a:off x="3014661" y="2160980"/>
            <a:ext cx="6262689" cy="2019527"/>
          </a:xfrm>
          <a:prstGeom prst="rect">
            <a:avLst/>
          </a:prstGeom>
          <a:noFill/>
        </p:spPr>
        <p:txBody>
          <a:bodyPr wrap="square">
            <a:spAutoFit/>
          </a:bodyPr>
          <a:lstStyle/>
          <a:p>
            <a:pPr marL="0" marR="0" algn="ctr" rtl="1">
              <a:lnSpc>
                <a:spcPct val="107000"/>
              </a:lnSpc>
              <a:spcBef>
                <a:spcPts val="0"/>
              </a:spcBef>
              <a:spcAft>
                <a:spcPts val="800"/>
              </a:spcAft>
            </a:pPr>
            <a:r>
              <a:rPr lang="ar-SA" sz="6000" b="1" kern="18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الهيكل التنظيمي لشركة مهارة الدولية للتحصيل</a:t>
            </a:r>
            <a:endParaRPr lang="en-US" sz="32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D58B9DC2-7058-4FDB-BEE0-E4DD81E720FD}"/>
              </a:ext>
            </a:extLst>
          </p:cNvPr>
          <p:cNvSpPr txBox="1"/>
          <p:nvPr/>
        </p:nvSpPr>
        <p:spPr>
          <a:xfrm>
            <a:off x="2493962" y="4280517"/>
            <a:ext cx="7789863" cy="869725"/>
          </a:xfrm>
          <a:prstGeom prst="rect">
            <a:avLst/>
          </a:prstGeom>
          <a:noFill/>
        </p:spPr>
        <p:txBody>
          <a:bodyPr wrap="square">
            <a:spAutoFit/>
          </a:bodyPr>
          <a:lstStyle/>
          <a:p>
            <a:pPr marL="0" marR="0" algn="ctr" rtl="1">
              <a:lnSpc>
                <a:spcPct val="107000"/>
              </a:lnSpc>
              <a:spcBef>
                <a:spcPts val="0"/>
              </a:spcBef>
              <a:spcAft>
                <a:spcPts val="0"/>
              </a:spcAft>
            </a:pPr>
            <a:r>
              <a:rPr lang="ar-SA" sz="16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تُعد شركة مهارة الدولية للتحصيل كيانًا متخصصًا في مجال التحصيل، ويعكس هيكلها التنظيمي الموضح أدناه التوزيع الوظيفي والإداري الذي يضمن سير العمل بكفاءة وفعالية. يهدف هذا الهيكل إلى تحقيق الأهداف الاستراتيجية للشركة من خلال تحديد المسؤوليات والصلاحيات لكل إدارة ومسمى وظيفي.</a:t>
            </a:r>
            <a:endParaRPr lang="en-US" sz="14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Graphic 16">
            <a:extLst>
              <a:ext uri="{FF2B5EF4-FFF2-40B4-BE49-F238E27FC236}">
                <a16:creationId xmlns:a16="http://schemas.microsoft.com/office/drawing/2014/main" id="{F8773B3C-FA66-4ED0-AC20-DC804271811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9520" t="18953" r="62324" b="18953"/>
          <a:stretch/>
        </p:blipFill>
        <p:spPr>
          <a:xfrm>
            <a:off x="5812365" y="1050498"/>
            <a:ext cx="741681" cy="792982"/>
          </a:xfrm>
          <a:prstGeom prst="rect">
            <a:avLst/>
          </a:prstGeom>
        </p:spPr>
      </p:pic>
      <p:pic>
        <p:nvPicPr>
          <p:cNvPr id="8" name="Graphic 7">
            <a:extLst>
              <a:ext uri="{FF2B5EF4-FFF2-40B4-BE49-F238E27FC236}">
                <a16:creationId xmlns:a16="http://schemas.microsoft.com/office/drawing/2014/main" id="{D4C63746-F416-4E13-8552-D44C6A864E1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2633" y="389722"/>
            <a:ext cx="4343400" cy="133350"/>
          </a:xfrm>
          <a:prstGeom prst="rect">
            <a:avLst/>
          </a:prstGeom>
        </p:spPr>
      </p:pic>
      <p:pic>
        <p:nvPicPr>
          <p:cNvPr id="13" name="Graphic 12">
            <a:extLst>
              <a:ext uri="{FF2B5EF4-FFF2-40B4-BE49-F238E27FC236}">
                <a16:creationId xmlns:a16="http://schemas.microsoft.com/office/drawing/2014/main" id="{E5EE7B9F-2106-4F92-9052-2DF99C29452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581341" y="5150242"/>
            <a:ext cx="19050" cy="1600200"/>
          </a:xfrm>
          <a:prstGeom prst="rect">
            <a:avLst/>
          </a:prstGeom>
        </p:spPr>
      </p:pic>
    </p:spTree>
    <p:extLst>
      <p:ext uri="{BB962C8B-B14F-4D97-AF65-F5344CB8AC3E}">
        <p14:creationId xmlns:p14="http://schemas.microsoft.com/office/powerpoint/2010/main" val="2280718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9BC6D8D-717B-4D56-97E3-A8C99A9A9694}"/>
              </a:ext>
            </a:extLst>
          </p:cNvPr>
          <p:cNvGraphicFramePr/>
          <p:nvPr>
            <p:extLst>
              <p:ext uri="{D42A27DB-BD31-4B8C-83A1-F6EECF244321}">
                <p14:modId xmlns:p14="http://schemas.microsoft.com/office/powerpoint/2010/main" val="4078604982"/>
              </p:ext>
            </p:extLst>
          </p:nvPr>
        </p:nvGraphicFramePr>
        <p:xfrm>
          <a:off x="72136" y="64008"/>
          <a:ext cx="12047728" cy="69220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raphic 2">
            <a:extLst>
              <a:ext uri="{FF2B5EF4-FFF2-40B4-BE49-F238E27FC236}">
                <a16:creationId xmlns:a16="http://schemas.microsoft.com/office/drawing/2014/main" id="{B5A3013C-40B0-480B-964F-51828C83B08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0"/>
            <a:ext cx="1285875" cy="1476375"/>
          </a:xfrm>
          <a:prstGeom prst="rect">
            <a:avLst/>
          </a:prstGeom>
        </p:spPr>
      </p:pic>
      <p:pic>
        <p:nvPicPr>
          <p:cNvPr id="4" name="Graphic 3">
            <a:extLst>
              <a:ext uri="{FF2B5EF4-FFF2-40B4-BE49-F238E27FC236}">
                <a16:creationId xmlns:a16="http://schemas.microsoft.com/office/drawing/2014/main" id="{9BFC6FB2-AB73-4D08-BC1C-31C2F914A8E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906125" y="5381625"/>
            <a:ext cx="1285875" cy="1476375"/>
          </a:xfrm>
          <a:prstGeom prst="rect">
            <a:avLst/>
          </a:prstGeom>
        </p:spPr>
      </p:pic>
      <p:pic>
        <p:nvPicPr>
          <p:cNvPr id="6" name="Graphic 5">
            <a:extLst>
              <a:ext uri="{FF2B5EF4-FFF2-40B4-BE49-F238E27FC236}">
                <a16:creationId xmlns:a16="http://schemas.microsoft.com/office/drawing/2014/main" id="{039E0BD2-0FC0-4A2A-8CBA-09998EFE805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9526" y="625137"/>
            <a:ext cx="2634107" cy="1277046"/>
          </a:xfrm>
          <a:prstGeom prst="rect">
            <a:avLst/>
          </a:prstGeom>
        </p:spPr>
      </p:pic>
    </p:spTree>
    <p:extLst>
      <p:ext uri="{BB962C8B-B14F-4D97-AF65-F5344CB8AC3E}">
        <p14:creationId xmlns:p14="http://schemas.microsoft.com/office/powerpoint/2010/main" val="3739007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9BC6D8D-717B-4D56-97E3-A8C99A9A9694}"/>
              </a:ext>
            </a:extLst>
          </p:cNvPr>
          <p:cNvGraphicFramePr/>
          <p:nvPr>
            <p:extLst>
              <p:ext uri="{D42A27DB-BD31-4B8C-83A1-F6EECF244321}">
                <p14:modId xmlns:p14="http://schemas.microsoft.com/office/powerpoint/2010/main" val="1237691570"/>
              </p:ext>
            </p:extLst>
          </p:nvPr>
        </p:nvGraphicFramePr>
        <p:xfrm>
          <a:off x="72136" y="64008"/>
          <a:ext cx="12047728" cy="69220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a:extLst>
              <a:ext uri="{FF2B5EF4-FFF2-40B4-BE49-F238E27FC236}">
                <a16:creationId xmlns:a16="http://schemas.microsoft.com/office/drawing/2014/main" id="{039E0BD2-0FC0-4A2A-8CBA-09998EFE8050}"/>
              </a:ext>
            </a:extLst>
          </p:cNvPr>
          <p:cNvPicPr>
            <a:picLocks noChangeAspect="1"/>
          </p:cNvPicPr>
          <p:nvPr/>
        </p:nvPicPr>
        <p:blipFill rotWithShape="1">
          <a:blip r:embed="rId7">
            <a:extLst>
              <a:ext uri="{96DAC541-7B7A-43D3-8B79-37D633B846F1}">
                <asvg:svgBlip xmlns:asvg="http://schemas.microsoft.com/office/drawing/2016/SVG/main" r:embed="rId8"/>
              </a:ext>
            </a:extLst>
          </a:blip>
          <a:srcRect l="10954" t="18648" r="514" b="19073"/>
          <a:stretch/>
        </p:blipFill>
        <p:spPr>
          <a:xfrm>
            <a:off x="4929981" y="385763"/>
            <a:ext cx="2332037" cy="795337"/>
          </a:xfrm>
          <a:prstGeom prst="rect">
            <a:avLst/>
          </a:prstGeom>
        </p:spPr>
      </p:pic>
      <p:pic>
        <p:nvPicPr>
          <p:cNvPr id="9" name="Graphic 8">
            <a:extLst>
              <a:ext uri="{FF2B5EF4-FFF2-40B4-BE49-F238E27FC236}">
                <a16:creationId xmlns:a16="http://schemas.microsoft.com/office/drawing/2014/main" id="{D63E92D7-A5CE-48A6-943A-A0508B6D1361}"/>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l="2865" r="2943" b="87238"/>
          <a:stretch/>
        </p:blipFill>
        <p:spPr>
          <a:xfrm>
            <a:off x="-1" y="6527651"/>
            <a:ext cx="12192000" cy="330349"/>
          </a:xfrm>
          <a:prstGeom prst="rect">
            <a:avLst/>
          </a:prstGeom>
        </p:spPr>
      </p:pic>
      <p:pic>
        <p:nvPicPr>
          <p:cNvPr id="7" name="Graphic 6">
            <a:extLst>
              <a:ext uri="{FF2B5EF4-FFF2-40B4-BE49-F238E27FC236}">
                <a16:creationId xmlns:a16="http://schemas.microsoft.com/office/drawing/2014/main" id="{1942E67D-B21A-4C4E-98D8-6EBB5703EF64}"/>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t="19976" r="10996"/>
          <a:stretch/>
        </p:blipFill>
        <p:spPr>
          <a:xfrm>
            <a:off x="10020301" y="0"/>
            <a:ext cx="2171700" cy="2167315"/>
          </a:xfrm>
          <a:prstGeom prst="rect">
            <a:avLst/>
          </a:prstGeom>
        </p:spPr>
      </p:pic>
      <p:pic>
        <p:nvPicPr>
          <p:cNvPr id="11" name="Graphic 10">
            <a:extLst>
              <a:ext uri="{FF2B5EF4-FFF2-40B4-BE49-F238E27FC236}">
                <a16:creationId xmlns:a16="http://schemas.microsoft.com/office/drawing/2014/main" id="{2349C657-FF72-433B-BC1C-DB0DC66268AC}"/>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t="19976" r="10996"/>
          <a:stretch/>
        </p:blipFill>
        <p:spPr>
          <a:xfrm rot="16200000">
            <a:off x="2190" y="-2193"/>
            <a:ext cx="2171700" cy="2167315"/>
          </a:xfrm>
          <a:prstGeom prst="rect">
            <a:avLst/>
          </a:prstGeom>
        </p:spPr>
      </p:pic>
    </p:spTree>
    <p:extLst>
      <p:ext uri="{BB962C8B-B14F-4D97-AF65-F5344CB8AC3E}">
        <p14:creationId xmlns:p14="http://schemas.microsoft.com/office/powerpoint/2010/main" val="2688109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74F9085-0A8B-4E6A-9B06-A8595E220882}"/>
              </a:ext>
            </a:extLst>
          </p:cNvPr>
          <p:cNvPicPr>
            <a:picLocks noChangeAspect="1"/>
          </p:cNvPicPr>
          <p:nvPr/>
        </p:nvPicPr>
        <p:blipFill>
          <a:blip r:embed="rId2">
            <a:alphaModFix amt="20000"/>
          </a:blip>
          <a:stretch>
            <a:fillRect/>
          </a:stretch>
        </p:blipFill>
        <p:spPr>
          <a:xfrm>
            <a:off x="10629900" y="2295882"/>
            <a:ext cx="1562100" cy="530594"/>
          </a:xfrm>
          <a:prstGeom prst="rect">
            <a:avLst/>
          </a:prstGeom>
        </p:spPr>
      </p:pic>
      <p:pic>
        <p:nvPicPr>
          <p:cNvPr id="5" name="Graphic 4">
            <a:extLst>
              <a:ext uri="{FF2B5EF4-FFF2-40B4-BE49-F238E27FC236}">
                <a16:creationId xmlns:a16="http://schemas.microsoft.com/office/drawing/2014/main" id="{A5A70961-03F0-4473-8BFC-F3EEAED8F9EA}"/>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a:off x="10020301" y="0"/>
            <a:ext cx="2171700" cy="2167315"/>
          </a:xfrm>
          <a:prstGeom prst="rect">
            <a:avLst/>
          </a:prstGeom>
        </p:spPr>
      </p:pic>
      <p:pic>
        <p:nvPicPr>
          <p:cNvPr id="6" name="Graphic 5">
            <a:extLst>
              <a:ext uri="{FF2B5EF4-FFF2-40B4-BE49-F238E27FC236}">
                <a16:creationId xmlns:a16="http://schemas.microsoft.com/office/drawing/2014/main" id="{295F97D0-50D1-4431-9A11-C6619B874658}"/>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rot="16200000">
            <a:off x="2190" y="-2193"/>
            <a:ext cx="2171700" cy="2167315"/>
          </a:xfrm>
          <a:prstGeom prst="rect">
            <a:avLst/>
          </a:prstGeom>
        </p:spPr>
      </p:pic>
      <p:pic>
        <p:nvPicPr>
          <p:cNvPr id="4" name="Graphic 3">
            <a:extLst>
              <a:ext uri="{FF2B5EF4-FFF2-40B4-BE49-F238E27FC236}">
                <a16:creationId xmlns:a16="http://schemas.microsoft.com/office/drawing/2014/main" id="{2714CAAE-C96C-411B-9A50-6BD73AC999B9}"/>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2865" r="2943" b="87238"/>
          <a:stretch/>
        </p:blipFill>
        <p:spPr>
          <a:xfrm>
            <a:off x="-1" y="6527651"/>
            <a:ext cx="12192000" cy="330349"/>
          </a:xfrm>
          <a:prstGeom prst="rect">
            <a:avLst/>
          </a:prstGeom>
        </p:spPr>
      </p:pic>
      <p:sp>
        <p:nvSpPr>
          <p:cNvPr id="7" name="TextBox 6">
            <a:extLst>
              <a:ext uri="{FF2B5EF4-FFF2-40B4-BE49-F238E27FC236}">
                <a16:creationId xmlns:a16="http://schemas.microsoft.com/office/drawing/2014/main" id="{9F482999-BC4C-4811-A5A8-E7F52B27425E}"/>
              </a:ext>
            </a:extLst>
          </p:cNvPr>
          <p:cNvSpPr txBox="1"/>
          <p:nvPr/>
        </p:nvSpPr>
        <p:spPr>
          <a:xfrm>
            <a:off x="3464272" y="784812"/>
            <a:ext cx="6096000" cy="593304"/>
          </a:xfrm>
          <a:prstGeom prst="rect">
            <a:avLst/>
          </a:prstGeom>
          <a:noFill/>
        </p:spPr>
        <p:txBody>
          <a:bodyPr wrap="square">
            <a:spAutoFit/>
          </a:bodyPr>
          <a:lstStyle/>
          <a:p>
            <a:pPr marL="0" marR="0" algn="ctr" rtl="1">
              <a:lnSpc>
                <a:spcPct val="107000"/>
              </a:lnSpc>
              <a:spcBef>
                <a:spcPts val="0"/>
              </a:spcBef>
              <a:spcAft>
                <a:spcPts val="800"/>
              </a:spcAft>
            </a:pPr>
            <a:r>
              <a:rPr lang="ar-SA" sz="3200" b="1" dirty="0">
                <a:effectLst/>
                <a:latin typeface="Calibri" panose="020F0502020204030204" pitchFamily="34" charset="0"/>
                <a:ea typeface="Times New Roman" panose="02020603050405020304" pitchFamily="18" charset="0"/>
                <a:cs typeface="Times New Roman" panose="02020603050405020304" pitchFamily="18" charset="0"/>
              </a:rPr>
              <a:t>القيادة العليا</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77DA8A2E-3930-496D-8A78-65B8CBF9E1F7}"/>
              </a:ext>
            </a:extLst>
          </p:cNvPr>
          <p:cNvSpPr txBox="1"/>
          <p:nvPr/>
        </p:nvSpPr>
        <p:spPr>
          <a:xfrm>
            <a:off x="5080000" y="2301913"/>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المدير العام</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1450383-4648-4B32-8529-E3C46485B4F2}"/>
              </a:ext>
            </a:extLst>
          </p:cNvPr>
          <p:cNvSpPr txBox="1"/>
          <p:nvPr/>
        </p:nvSpPr>
        <p:spPr>
          <a:xfrm>
            <a:off x="5080000" y="4008278"/>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مساعد إداري</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2E449FC-89E7-49DF-9869-294411A4F9F7}"/>
              </a:ext>
            </a:extLst>
          </p:cNvPr>
          <p:cNvSpPr txBox="1"/>
          <p:nvPr/>
        </p:nvSpPr>
        <p:spPr>
          <a:xfrm>
            <a:off x="2026920" y="2838427"/>
            <a:ext cx="9149080" cy="670440"/>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يتولى المدير العام مسؤولية القيادة العليا للشركة، ويشرف على جميع الإدارات والأقسام. يضع الاستراتيجيات العامة، ويتخذ القرارات الكبرى التي تضمن تحقيق الأهداف الربحية والتشغيلية للشركة، ويُعد حجر الزاوية في توجيه الرؤية المستقبلية.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AE64A76-C810-4A38-92C9-A6C3FCBECE1A}"/>
              </a:ext>
            </a:extLst>
          </p:cNvPr>
          <p:cNvSpPr txBox="1"/>
          <p:nvPr/>
        </p:nvSpPr>
        <p:spPr>
          <a:xfrm>
            <a:off x="2171698" y="4667456"/>
            <a:ext cx="9004302" cy="670440"/>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يقدم المساعد الإداري الدعم المباشر للمدير العام، ويساعد في تنظيم المهام اليومية، جدولة الاجتماعات، وإدارة المراسلات. يُسهم دوره في تعزيز كفاءة المدير العام وتوفير الوقت اللازم للتركيز على المهام الاستراتيجية.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6658215F-4D8A-417E-9890-99D2A02FDC98}"/>
              </a:ext>
            </a:extLst>
          </p:cNvPr>
          <p:cNvPicPr>
            <a:picLocks noChangeAspect="1"/>
          </p:cNvPicPr>
          <p:nvPr/>
        </p:nvPicPr>
        <p:blipFill>
          <a:blip r:embed="rId2">
            <a:alphaModFix amt="20000"/>
          </a:blip>
          <a:stretch>
            <a:fillRect/>
          </a:stretch>
        </p:blipFill>
        <p:spPr>
          <a:xfrm>
            <a:off x="10634132" y="3985065"/>
            <a:ext cx="1562100" cy="530594"/>
          </a:xfrm>
          <a:prstGeom prst="rect">
            <a:avLst/>
          </a:prstGeom>
        </p:spPr>
      </p:pic>
    </p:spTree>
    <p:extLst>
      <p:ext uri="{BB962C8B-B14F-4D97-AF65-F5344CB8AC3E}">
        <p14:creationId xmlns:p14="http://schemas.microsoft.com/office/powerpoint/2010/main" val="1689282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B461F234-1DE5-48A0-971F-549E9A12C6A3}"/>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9976" r="10996"/>
          <a:stretch/>
        </p:blipFill>
        <p:spPr>
          <a:xfrm>
            <a:off x="10020301" y="0"/>
            <a:ext cx="2171700" cy="2167315"/>
          </a:xfrm>
          <a:prstGeom prst="rect">
            <a:avLst/>
          </a:prstGeom>
        </p:spPr>
      </p:pic>
      <p:pic>
        <p:nvPicPr>
          <p:cNvPr id="15" name="Graphic 14">
            <a:extLst>
              <a:ext uri="{FF2B5EF4-FFF2-40B4-BE49-F238E27FC236}">
                <a16:creationId xmlns:a16="http://schemas.microsoft.com/office/drawing/2014/main" id="{E1EE78F5-375F-4026-BA24-2372520ECF33}"/>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9976" r="10996"/>
          <a:stretch/>
        </p:blipFill>
        <p:spPr>
          <a:xfrm rot="16200000">
            <a:off x="2190" y="-2193"/>
            <a:ext cx="2171700" cy="2167315"/>
          </a:xfrm>
          <a:prstGeom prst="rect">
            <a:avLst/>
          </a:prstGeom>
        </p:spPr>
      </p:pic>
      <p:sp>
        <p:nvSpPr>
          <p:cNvPr id="4" name="TextBox 3">
            <a:extLst>
              <a:ext uri="{FF2B5EF4-FFF2-40B4-BE49-F238E27FC236}">
                <a16:creationId xmlns:a16="http://schemas.microsoft.com/office/drawing/2014/main" id="{9CEF40E3-D8F6-4527-B19E-6B61C4881DC2}"/>
              </a:ext>
            </a:extLst>
          </p:cNvPr>
          <p:cNvSpPr txBox="1"/>
          <p:nvPr/>
        </p:nvSpPr>
        <p:spPr>
          <a:xfrm>
            <a:off x="3464272" y="784812"/>
            <a:ext cx="6096000" cy="593304"/>
          </a:xfrm>
          <a:prstGeom prst="rect">
            <a:avLst/>
          </a:prstGeom>
          <a:noFill/>
        </p:spPr>
        <p:txBody>
          <a:bodyPr wrap="square">
            <a:spAutoFit/>
          </a:bodyPr>
          <a:lstStyle/>
          <a:p>
            <a:pPr marL="0" marR="0" algn="ctr" rtl="1">
              <a:lnSpc>
                <a:spcPct val="107000"/>
              </a:lnSpc>
              <a:spcBef>
                <a:spcPts val="0"/>
              </a:spcBef>
              <a:spcAft>
                <a:spcPts val="800"/>
              </a:spcAft>
            </a:pPr>
            <a:r>
              <a:rPr lang="ar-SA" sz="3200" b="1" dirty="0">
                <a:effectLst/>
                <a:latin typeface="Calibri" panose="020F0502020204030204" pitchFamily="34" charset="0"/>
                <a:ea typeface="Times New Roman" panose="02020603050405020304" pitchFamily="18" charset="0"/>
                <a:cs typeface="Times New Roman" panose="02020603050405020304" pitchFamily="18" charset="0"/>
              </a:rPr>
              <a:t>الإدارات والمسميات الوظيفية</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19A26CF-66AA-48FB-8E96-1F0186C6D913}"/>
              </a:ext>
            </a:extLst>
          </p:cNvPr>
          <p:cNvPicPr>
            <a:picLocks noChangeAspect="1"/>
          </p:cNvPicPr>
          <p:nvPr/>
        </p:nvPicPr>
        <p:blipFill>
          <a:blip r:embed="rId4">
            <a:alphaModFix amt="20000"/>
          </a:blip>
          <a:stretch>
            <a:fillRect/>
          </a:stretch>
        </p:blipFill>
        <p:spPr>
          <a:xfrm>
            <a:off x="10629900" y="1483082"/>
            <a:ext cx="1562100" cy="530594"/>
          </a:xfrm>
          <a:prstGeom prst="rect">
            <a:avLst/>
          </a:prstGeom>
        </p:spPr>
      </p:pic>
      <p:sp>
        <p:nvSpPr>
          <p:cNvPr id="7" name="TextBox 6">
            <a:extLst>
              <a:ext uri="{FF2B5EF4-FFF2-40B4-BE49-F238E27FC236}">
                <a16:creationId xmlns:a16="http://schemas.microsoft.com/office/drawing/2014/main" id="{7305BC0C-C4CC-49CB-82B5-644A444184D7}"/>
              </a:ext>
            </a:extLst>
          </p:cNvPr>
          <p:cNvSpPr txBox="1"/>
          <p:nvPr/>
        </p:nvSpPr>
        <p:spPr>
          <a:xfrm>
            <a:off x="5080000" y="1489113"/>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المبيعات</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A52D9FB-3A3B-4757-8A74-ECA019E0940A}"/>
              </a:ext>
            </a:extLst>
          </p:cNvPr>
          <p:cNvSpPr txBox="1"/>
          <p:nvPr/>
        </p:nvSpPr>
        <p:spPr>
          <a:xfrm>
            <a:off x="628650" y="2025627"/>
            <a:ext cx="10547350" cy="1365758"/>
          </a:xfrm>
          <a:prstGeom prst="rect">
            <a:avLst/>
          </a:prstGeom>
          <a:noFill/>
        </p:spPr>
        <p:txBody>
          <a:bodyPr wrap="square">
            <a:spAutoFit/>
          </a:bodyPr>
          <a:lstStyle/>
          <a:p>
            <a:pPr marL="0" marR="0" algn="r" rtl="1">
              <a:lnSpc>
                <a:spcPct val="107000"/>
              </a:lnSpc>
              <a:spcBef>
                <a:spcPts val="0"/>
              </a:spcBef>
              <a:spcAft>
                <a:spcPts val="80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تُعنى إدارة المبيعات بتطوير وتنفيذ استراتيجيات البيع لزيادة قاعدة العملاء وتحقيق الأهداف الإيرادية للشركة. هي الواجهة الأمامية التي تتواصل مع العملاء المحتملين لتقديم خدمات التحصيل.</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مبيعات: يُعد أخصائي المبيعات المسؤول المباشر عن التواصل مع العملاء، عرض خدمات الشركة، وإبرام العقود. أهميته تكمن في قدرته على بناء علاقات قوية مع العملاء وتحقيق أهداف المبيعات المحددة، مما يساهم بشكل مباشر في نمو الشركة وإيراداتها.</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EB6FB7F-CE22-4004-9FDD-87FC30840ECB}"/>
              </a:ext>
            </a:extLst>
          </p:cNvPr>
          <p:cNvSpPr txBox="1"/>
          <p:nvPr/>
        </p:nvSpPr>
        <p:spPr>
          <a:xfrm>
            <a:off x="5080000" y="3524924"/>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الخدمات العامة</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B926C97-5EC5-467E-A611-20B388E08048}"/>
              </a:ext>
            </a:extLst>
          </p:cNvPr>
          <p:cNvPicPr>
            <a:picLocks noChangeAspect="1"/>
          </p:cNvPicPr>
          <p:nvPr/>
        </p:nvPicPr>
        <p:blipFill>
          <a:blip r:embed="rId4">
            <a:alphaModFix amt="20000"/>
          </a:blip>
          <a:stretch>
            <a:fillRect/>
          </a:stretch>
        </p:blipFill>
        <p:spPr>
          <a:xfrm>
            <a:off x="10634132" y="3501711"/>
            <a:ext cx="1562100" cy="530594"/>
          </a:xfrm>
          <a:prstGeom prst="rect">
            <a:avLst/>
          </a:prstGeom>
        </p:spPr>
      </p:pic>
      <p:sp>
        <p:nvSpPr>
          <p:cNvPr id="13" name="TextBox 12">
            <a:extLst>
              <a:ext uri="{FF2B5EF4-FFF2-40B4-BE49-F238E27FC236}">
                <a16:creationId xmlns:a16="http://schemas.microsoft.com/office/drawing/2014/main" id="{E9568A43-06D6-4583-92B5-E2170833BF91}"/>
              </a:ext>
            </a:extLst>
          </p:cNvPr>
          <p:cNvSpPr txBox="1"/>
          <p:nvPr/>
        </p:nvSpPr>
        <p:spPr>
          <a:xfrm>
            <a:off x="628650" y="4148551"/>
            <a:ext cx="10547350" cy="2152256"/>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تُقدم إدارة الخدمات العامة الدعم اللوجستي والإداري لجميع أقسام الشركة، مما يضمن بيئة عمل منظمة ومريحة.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•موظف استقبال: يُعد موظف الاستقبال الواجهة الأولى للشركة، حيث يستقبل الزوار والمكالمات الهاتفية، ويوجههم إلى الأقسام المعنية. أهميته تكمن في تقديم انطباع إيجابي عن الشركة وتنظيم تدفق الزوار والمراسلات.</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•موظف بوفيه: مسؤول عن توفير المشروبات والوجبات الخفيفة للموظفين والزوار، والحفاظ على نظافة منطقة البوفيه. يُسهم في توفير بيئة عمل مريحة وداعمة.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التزام: يضمن أخصائي الالتزام أن جميع عمليات الشركة تتوافق مع اللوائح والقوانين الداخلية والخارجية. أهميته في حماية الشركة من المخاطر القانونية والتشغيلية، والحفاظ على سمعتها ومصداقيتها</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6" name="Graphic 15">
            <a:extLst>
              <a:ext uri="{FF2B5EF4-FFF2-40B4-BE49-F238E27FC236}">
                <a16:creationId xmlns:a16="http://schemas.microsoft.com/office/drawing/2014/main" id="{5D2F1331-2799-48E4-9063-FE0DEC572175}"/>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2865" r="2943" b="87238"/>
          <a:stretch/>
        </p:blipFill>
        <p:spPr>
          <a:xfrm>
            <a:off x="-1" y="6527651"/>
            <a:ext cx="12192000" cy="330349"/>
          </a:xfrm>
          <a:prstGeom prst="rect">
            <a:avLst/>
          </a:prstGeom>
        </p:spPr>
      </p:pic>
    </p:spTree>
    <p:extLst>
      <p:ext uri="{BB962C8B-B14F-4D97-AF65-F5344CB8AC3E}">
        <p14:creationId xmlns:p14="http://schemas.microsoft.com/office/powerpoint/2010/main" val="325550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0C64C7-D614-4FD3-B609-84E2118CB8F3}"/>
              </a:ext>
            </a:extLst>
          </p:cNvPr>
          <p:cNvPicPr>
            <a:picLocks noChangeAspect="1"/>
          </p:cNvPicPr>
          <p:nvPr/>
        </p:nvPicPr>
        <p:blipFill>
          <a:blip r:embed="rId2">
            <a:alphaModFix amt="20000"/>
          </a:blip>
          <a:stretch>
            <a:fillRect/>
          </a:stretch>
        </p:blipFill>
        <p:spPr>
          <a:xfrm>
            <a:off x="10629900" y="784582"/>
            <a:ext cx="1562100" cy="530594"/>
          </a:xfrm>
          <a:prstGeom prst="rect">
            <a:avLst/>
          </a:prstGeom>
        </p:spPr>
      </p:pic>
      <p:sp>
        <p:nvSpPr>
          <p:cNvPr id="8" name="TextBox 7">
            <a:extLst>
              <a:ext uri="{FF2B5EF4-FFF2-40B4-BE49-F238E27FC236}">
                <a16:creationId xmlns:a16="http://schemas.microsoft.com/office/drawing/2014/main" id="{8DB89002-D2BF-4E53-997F-55F8ED934863}"/>
              </a:ext>
            </a:extLst>
          </p:cNvPr>
          <p:cNvSpPr txBox="1"/>
          <p:nvPr/>
        </p:nvSpPr>
        <p:spPr>
          <a:xfrm>
            <a:off x="5080000" y="790613"/>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الحسابات</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FC9B611-0C18-450A-9A7B-E97ED712D185}"/>
              </a:ext>
            </a:extLst>
          </p:cNvPr>
          <p:cNvSpPr txBox="1"/>
          <p:nvPr/>
        </p:nvSpPr>
        <p:spPr>
          <a:xfrm>
            <a:off x="628650" y="1327127"/>
            <a:ext cx="10547350" cy="2744982"/>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تُشرف إدارة الحسابات على جميع الجوانب المالية للشركة، بما في ذلك تسجيل المعاملات، إعداد التقارير المالية، وإدارة التدفقات النقدية.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•مدير حسابات: يتولى مدير الحسابات الإشراف على فريق المحاسبين، ويضمن دقة السجلات المالية والامتثال للمعايير المحاسبية. أهميته في توجيه السياسات المالية للشركة وتقديم التحليلات التي تدعم اتخاذ القرارات الاستراتيجية.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•محاسب عام: يقوم المحاسب العام بتسجيل المعاملات المالية اليومية، إعداد الفواتير، ومتابعة الديون المستحقة. يُعد دوره أساسيًا في الحفاظ على دقة السجلات المالية وتوفير البيانات اللازمة لإعداد التقارير.</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•مسؤول أصول: مسؤول عن تسجيل وتتبع جميع أصول الشركة (ثابتة ومتداولة)، وضمان صيانتها وتقييمها بشكل دوري. أهميته في الحفاظ على قيمة أصول الشركة وتوفير معلومات دقيقة عنها.</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•محاسب تسوية: يقوم بمراجعة وتوفيق الحسابات المصرفية وحسابات العملاء والموردين لضمان عدم وجود فروقات. أهميته في اكتشاف الأخطاء وتصحيحها، مما يضمن دقة البيانات المالية</a:t>
            </a:r>
            <a:endParaRPr lang="en-US" dirty="0"/>
          </a:p>
        </p:txBody>
      </p:sp>
      <p:sp>
        <p:nvSpPr>
          <p:cNvPr id="11" name="TextBox 10">
            <a:extLst>
              <a:ext uri="{FF2B5EF4-FFF2-40B4-BE49-F238E27FC236}">
                <a16:creationId xmlns:a16="http://schemas.microsoft.com/office/drawing/2014/main" id="{E8DFE5A0-9642-47A6-9112-7954F520150C}"/>
              </a:ext>
            </a:extLst>
          </p:cNvPr>
          <p:cNvSpPr txBox="1"/>
          <p:nvPr/>
        </p:nvSpPr>
        <p:spPr>
          <a:xfrm>
            <a:off x="5080000" y="4139793"/>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الشؤون القانونية</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F3D70A96-5056-465E-BA0C-B9027B1CD88E}"/>
              </a:ext>
            </a:extLst>
          </p:cNvPr>
          <p:cNvPicPr>
            <a:picLocks noChangeAspect="1"/>
          </p:cNvPicPr>
          <p:nvPr/>
        </p:nvPicPr>
        <p:blipFill>
          <a:blip r:embed="rId2">
            <a:alphaModFix amt="20000"/>
          </a:blip>
          <a:stretch>
            <a:fillRect/>
          </a:stretch>
        </p:blipFill>
        <p:spPr>
          <a:xfrm>
            <a:off x="10634132" y="4116580"/>
            <a:ext cx="1562100" cy="530594"/>
          </a:xfrm>
          <a:prstGeom prst="rect">
            <a:avLst/>
          </a:prstGeom>
        </p:spPr>
      </p:pic>
      <p:sp>
        <p:nvSpPr>
          <p:cNvPr id="13" name="TextBox 12">
            <a:extLst>
              <a:ext uri="{FF2B5EF4-FFF2-40B4-BE49-F238E27FC236}">
                <a16:creationId xmlns:a16="http://schemas.microsoft.com/office/drawing/2014/main" id="{B5CBA207-7DA2-4F62-BF12-A54342A36374}"/>
              </a:ext>
            </a:extLst>
          </p:cNvPr>
          <p:cNvSpPr txBox="1"/>
          <p:nvPr/>
        </p:nvSpPr>
        <p:spPr>
          <a:xfrm>
            <a:off x="628650" y="4671113"/>
            <a:ext cx="10547350" cy="1559529"/>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تُعنى إدارة الشؤون القانونية بتقديم الاستشارات القانونية للشركة، وتمثيلها في القضايا، وصياغة العقود والاتفاقيات.</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•مدير شؤون قانونية: يشرف على جميع المسائل القانونية للشركة، ويقدم الاستشارات للإدارة العليا، ويدير فريق المحامين. أهميته في حماية الشركة من النزاعات القانونية وضمان الامتثال للقوانين واللوائح.</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•محامي: يقوم المحامي بتقديم الدعم القانوني، صياغة العقود، وتمثيل الشركة في المحاكم أو أمام الجهات الرسمية. يُعد دوره حيويًا في حماية مصالح الشركة القانونية</a:t>
            </a:r>
            <a:endParaRPr lang="en-US" dirty="0"/>
          </a:p>
        </p:txBody>
      </p:sp>
      <p:pic>
        <p:nvPicPr>
          <p:cNvPr id="14" name="Graphic 13">
            <a:extLst>
              <a:ext uri="{FF2B5EF4-FFF2-40B4-BE49-F238E27FC236}">
                <a16:creationId xmlns:a16="http://schemas.microsoft.com/office/drawing/2014/main" id="{B37F5788-AAB5-4832-9D11-7FF73E8A375E}"/>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a:off x="10015918" y="-4386"/>
            <a:ext cx="2171700" cy="2167315"/>
          </a:xfrm>
          <a:prstGeom prst="rect">
            <a:avLst/>
          </a:prstGeom>
        </p:spPr>
      </p:pic>
      <p:pic>
        <p:nvPicPr>
          <p:cNvPr id="15" name="Graphic 14">
            <a:extLst>
              <a:ext uri="{FF2B5EF4-FFF2-40B4-BE49-F238E27FC236}">
                <a16:creationId xmlns:a16="http://schemas.microsoft.com/office/drawing/2014/main" id="{76D12D54-60BA-4C4D-BA43-6B1AEF325353}"/>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rot="16200000">
            <a:off x="2190" y="-2193"/>
            <a:ext cx="2171700" cy="2167315"/>
          </a:xfrm>
          <a:prstGeom prst="rect">
            <a:avLst/>
          </a:prstGeom>
        </p:spPr>
      </p:pic>
      <p:pic>
        <p:nvPicPr>
          <p:cNvPr id="16" name="Graphic 15">
            <a:extLst>
              <a:ext uri="{FF2B5EF4-FFF2-40B4-BE49-F238E27FC236}">
                <a16:creationId xmlns:a16="http://schemas.microsoft.com/office/drawing/2014/main" id="{D5DD6BBA-D454-4DC7-BEAE-B8A47B82AD30}"/>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2865" r="2943" b="87238"/>
          <a:stretch/>
        </p:blipFill>
        <p:spPr>
          <a:xfrm>
            <a:off x="-1" y="6527651"/>
            <a:ext cx="12192000" cy="330349"/>
          </a:xfrm>
          <a:prstGeom prst="rect">
            <a:avLst/>
          </a:prstGeom>
        </p:spPr>
      </p:pic>
    </p:spTree>
    <p:extLst>
      <p:ext uri="{BB962C8B-B14F-4D97-AF65-F5344CB8AC3E}">
        <p14:creationId xmlns:p14="http://schemas.microsoft.com/office/powerpoint/2010/main" val="2119442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604746-C269-4CF6-A711-C49EA017F7C6}"/>
              </a:ext>
            </a:extLst>
          </p:cNvPr>
          <p:cNvPicPr>
            <a:picLocks noChangeAspect="1"/>
          </p:cNvPicPr>
          <p:nvPr/>
        </p:nvPicPr>
        <p:blipFill>
          <a:blip r:embed="rId2">
            <a:alphaModFix amt="20000"/>
          </a:blip>
          <a:stretch>
            <a:fillRect/>
          </a:stretch>
        </p:blipFill>
        <p:spPr>
          <a:xfrm>
            <a:off x="10629900" y="613754"/>
            <a:ext cx="1562100" cy="530594"/>
          </a:xfrm>
          <a:prstGeom prst="rect">
            <a:avLst/>
          </a:prstGeom>
        </p:spPr>
      </p:pic>
      <p:sp>
        <p:nvSpPr>
          <p:cNvPr id="5" name="TextBox 4">
            <a:extLst>
              <a:ext uri="{FF2B5EF4-FFF2-40B4-BE49-F238E27FC236}">
                <a16:creationId xmlns:a16="http://schemas.microsoft.com/office/drawing/2014/main" id="{F989FE49-A8F8-4D1A-852C-7230D8D5A44C}"/>
              </a:ext>
            </a:extLst>
          </p:cNvPr>
          <p:cNvSpPr txBox="1"/>
          <p:nvPr/>
        </p:nvSpPr>
        <p:spPr>
          <a:xfrm>
            <a:off x="5080000" y="619785"/>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a:t>
            </a:r>
            <a:r>
              <a:rPr lang="en-US" sz="2800" b="1" dirty="0">
                <a:effectLst/>
                <a:latin typeface="Times New Roman" panose="02020603050405020304" pitchFamily="18" charset="0"/>
                <a:ea typeface="Times New Roman" panose="02020603050405020304" pitchFamily="18" charset="0"/>
                <a:cs typeface="Arial" panose="020B0604020202020204" pitchFamily="34" charset="0"/>
              </a:rPr>
              <a:t>IT</a:t>
            </a: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 (تكنولوجيا المعلومات</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35FA6F20-650B-46A0-A122-34EE2643864A}"/>
              </a:ext>
            </a:extLst>
          </p:cNvPr>
          <p:cNvSpPr txBox="1"/>
          <p:nvPr/>
        </p:nvSpPr>
        <p:spPr>
          <a:xfrm>
            <a:off x="93133" y="1156299"/>
            <a:ext cx="11082867" cy="2152256"/>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تُعد إدارة تكنولوجيا المعلومات مسؤولة عن تطوير وصيانة البنية التحتية التكنولوجية للشركة، وتوفير الدعم الفني لجميع الموظفين.</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•مدير تكنولوجيا معلومات: يتولى الإشراف على جميع أنظمة وشبكات تكنولوجيا المعلومات، ويضع الاستراتيجيات التقنية التي تدعم أهداف الشركة. أهميته في ضمان استمرارية العمليات التقنية وتوفير حلول مبتكرة.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•مسؤول تكنولوجيا: يقوم بتركيب وصيانة الأجهزة والبرامج، وتقديم الدعم الفني للموظفين. يُسهم في حل المشكلات التقنية اليومية وضمان سير العمل بسلاسة.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تكنولوجيا: متخصص في مجال معين من تكنولوجيا المعلومات (مثل أمن الشبكات أو قواعد البيانات)، ويقدم حلولًا متقدمة للمشكلات التقنية المعقدة. أهميته في تعزيز كفاءة الأنظمة وحمايتها.</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EC2A9FC7-4AF2-4FBE-9B89-F5745106837A}"/>
              </a:ext>
            </a:extLst>
          </p:cNvPr>
          <p:cNvSpPr txBox="1"/>
          <p:nvPr/>
        </p:nvSpPr>
        <p:spPr>
          <a:xfrm>
            <a:off x="5080000" y="3310476"/>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الجودة</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3AB22FB9-F279-4911-B9F7-54A31BA79E57}"/>
              </a:ext>
            </a:extLst>
          </p:cNvPr>
          <p:cNvPicPr>
            <a:picLocks noChangeAspect="1"/>
          </p:cNvPicPr>
          <p:nvPr/>
        </p:nvPicPr>
        <p:blipFill>
          <a:blip r:embed="rId2">
            <a:alphaModFix amt="20000"/>
          </a:blip>
          <a:stretch>
            <a:fillRect/>
          </a:stretch>
        </p:blipFill>
        <p:spPr>
          <a:xfrm>
            <a:off x="10634132" y="3287263"/>
            <a:ext cx="1562100" cy="530594"/>
          </a:xfrm>
          <a:prstGeom prst="rect">
            <a:avLst/>
          </a:prstGeom>
        </p:spPr>
      </p:pic>
      <p:sp>
        <p:nvSpPr>
          <p:cNvPr id="9" name="TextBox 8">
            <a:extLst>
              <a:ext uri="{FF2B5EF4-FFF2-40B4-BE49-F238E27FC236}">
                <a16:creationId xmlns:a16="http://schemas.microsoft.com/office/drawing/2014/main" id="{514B888F-6869-4D82-9B32-55E63721ED38}"/>
              </a:ext>
            </a:extLst>
          </p:cNvPr>
          <p:cNvSpPr txBox="1"/>
          <p:nvPr/>
        </p:nvSpPr>
        <p:spPr>
          <a:xfrm>
            <a:off x="93133" y="3800263"/>
            <a:ext cx="11082867" cy="2744982"/>
          </a:xfrm>
          <a:prstGeom prst="rect">
            <a:avLst/>
          </a:prstGeom>
          <a:noFill/>
        </p:spPr>
        <p:txBody>
          <a:bodyPr wrap="square">
            <a:spAutoFit/>
          </a:bodyPr>
          <a:lstStyle/>
          <a:p>
            <a:pPr marL="0" marR="0" algn="r" rtl="1">
              <a:lnSpc>
                <a:spcPct val="107000"/>
              </a:lnSpc>
              <a:spcBef>
                <a:spcPts val="0"/>
              </a:spcBef>
              <a:spcAft>
                <a:spcPts val="0"/>
              </a:spcAft>
            </a:pPr>
            <a:r>
              <a:rPr lang="ar-SA" dirty="0">
                <a:effectLst/>
                <a:latin typeface="Calibri" panose="020F0502020204030204" pitchFamily="34" charset="0"/>
                <a:ea typeface="Times New Roman" panose="02020603050405020304" pitchFamily="18" charset="0"/>
                <a:cs typeface="Times New Roman" panose="02020603050405020304" pitchFamily="18" charset="0"/>
              </a:rPr>
              <a:t>تُعنى إدارة الجودة بوضع وتطبيق معايير الجودة لجميع خدمات وعمليات الشركة، لضمان رضا العملاء وتحسين الأداء.</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dirty="0">
                <a:effectLst/>
                <a:latin typeface="Calibri" panose="020F0502020204030204" pitchFamily="34" charset="0"/>
                <a:ea typeface="Times New Roman" panose="02020603050405020304" pitchFamily="18" charset="0"/>
                <a:cs typeface="Times New Roman" panose="02020603050405020304" pitchFamily="18" charset="0"/>
              </a:rPr>
              <a:t>•مدير جودة: يشرف على نظام إدارة الجودة الشامل في الشركة، ويضع السياسات والإجراءات لضمان تحقيق أعلى مستويات الجودة. أهميته في تحسين كفاءة العمليات وزيادة رضا العملاء.</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dirty="0">
                <a:effectLst/>
                <a:latin typeface="Calibri" panose="020F0502020204030204" pitchFamily="34" charset="0"/>
                <a:ea typeface="Times New Roman" panose="02020603050405020304" pitchFamily="18" charset="0"/>
                <a:cs typeface="Times New Roman" panose="02020603050405020304" pitchFamily="18" charset="0"/>
              </a:rPr>
              <a:t>•عناية عملاء: مسؤول عن التواصل مع العملاء، الاستماع إلى ملاحظاتهم وشكواهم، وتقديم الحلول المناسبة. أهميته في بناء علاقات قوية مع العملاء والحفاظ على ولائهم.</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dirty="0">
                <a:effectLst/>
                <a:latin typeface="Calibri" panose="020F0502020204030204" pitchFamily="34" charset="0"/>
                <a:ea typeface="Times New Roman" panose="02020603050405020304" pitchFamily="18" charset="0"/>
                <a:cs typeface="Times New Roman" panose="02020603050405020304" pitchFamily="18" charset="0"/>
              </a:rPr>
              <a:t>•مشرف جودة: يقوم بمراقبة جودة الخدمات المقدمة، ويقدم التوجيه للموظفين لضمان الالتزام بمعايير الجودة. يُسهم في تحديد نقاط الضعف واقتراح التحسينات.</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dirty="0">
                <a:effectLst/>
                <a:latin typeface="Calibri" panose="020F0502020204030204" pitchFamily="34" charset="0"/>
                <a:ea typeface="Times New Roman" panose="02020603050405020304" pitchFamily="18" charset="0"/>
                <a:cs typeface="Times New Roman" panose="02020603050405020304" pitchFamily="18" charset="0"/>
              </a:rPr>
              <a:t>•أخصائي جودة: يقوم بتحليل البيانات المتعلقة بالجودة، وإعداد التقارير، والمشاركة في تطوير برامج تحسين الجودة. أهميته في دعم اتخاذ القرارات المبنية على البيانات لتحسين الأداء.</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E9D37C15-2EB7-4EAA-848E-309B33D5A07C}"/>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a:off x="10015918" y="-4386"/>
            <a:ext cx="2171700" cy="2167315"/>
          </a:xfrm>
          <a:prstGeom prst="rect">
            <a:avLst/>
          </a:prstGeom>
        </p:spPr>
      </p:pic>
      <p:pic>
        <p:nvPicPr>
          <p:cNvPr id="11" name="Graphic 10">
            <a:extLst>
              <a:ext uri="{FF2B5EF4-FFF2-40B4-BE49-F238E27FC236}">
                <a16:creationId xmlns:a16="http://schemas.microsoft.com/office/drawing/2014/main" id="{79931498-67F1-4F8F-9A19-28287041191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rot="16200000">
            <a:off x="2190" y="-2193"/>
            <a:ext cx="2171700" cy="2167315"/>
          </a:xfrm>
          <a:prstGeom prst="rect">
            <a:avLst/>
          </a:prstGeom>
        </p:spPr>
      </p:pic>
      <p:pic>
        <p:nvPicPr>
          <p:cNvPr id="12" name="Graphic 11">
            <a:extLst>
              <a:ext uri="{FF2B5EF4-FFF2-40B4-BE49-F238E27FC236}">
                <a16:creationId xmlns:a16="http://schemas.microsoft.com/office/drawing/2014/main" id="{98D7B831-FCBA-408F-8B69-277055576495}"/>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2865" r="2943" b="87238"/>
          <a:stretch/>
        </p:blipFill>
        <p:spPr>
          <a:xfrm>
            <a:off x="-1" y="6527651"/>
            <a:ext cx="12192000" cy="330349"/>
          </a:xfrm>
          <a:prstGeom prst="rect">
            <a:avLst/>
          </a:prstGeom>
        </p:spPr>
      </p:pic>
    </p:spTree>
    <p:extLst>
      <p:ext uri="{BB962C8B-B14F-4D97-AF65-F5344CB8AC3E}">
        <p14:creationId xmlns:p14="http://schemas.microsoft.com/office/powerpoint/2010/main" val="2708827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420C02-96FA-4EDA-B130-598A422EFA02}"/>
              </a:ext>
            </a:extLst>
          </p:cNvPr>
          <p:cNvPicPr>
            <a:picLocks noChangeAspect="1"/>
          </p:cNvPicPr>
          <p:nvPr/>
        </p:nvPicPr>
        <p:blipFill>
          <a:blip r:embed="rId2">
            <a:alphaModFix amt="20000"/>
          </a:blip>
          <a:stretch>
            <a:fillRect/>
          </a:stretch>
        </p:blipFill>
        <p:spPr>
          <a:xfrm>
            <a:off x="10629900" y="784582"/>
            <a:ext cx="1562100" cy="530594"/>
          </a:xfrm>
          <a:prstGeom prst="rect">
            <a:avLst/>
          </a:prstGeom>
        </p:spPr>
      </p:pic>
      <p:sp>
        <p:nvSpPr>
          <p:cNvPr id="5" name="TextBox 4">
            <a:extLst>
              <a:ext uri="{FF2B5EF4-FFF2-40B4-BE49-F238E27FC236}">
                <a16:creationId xmlns:a16="http://schemas.microsoft.com/office/drawing/2014/main" id="{B8C5B96A-FFB7-4E8A-B5A8-741E7F58A2AC}"/>
              </a:ext>
            </a:extLst>
          </p:cNvPr>
          <p:cNvSpPr txBox="1"/>
          <p:nvPr/>
        </p:nvSpPr>
        <p:spPr>
          <a:xfrm>
            <a:off x="5080000" y="790613"/>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التحصيل</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2EEB5343-19E9-447F-8F89-BC1C95332C9B}"/>
              </a:ext>
            </a:extLst>
          </p:cNvPr>
          <p:cNvSpPr txBox="1"/>
          <p:nvPr/>
        </p:nvSpPr>
        <p:spPr>
          <a:xfrm>
            <a:off x="628650" y="1327127"/>
            <a:ext cx="10547350" cy="2152256"/>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تُعد إدارة التحصيل هي القلب النابض للشركة، حيث تتولى مسؤولية استرداد الديون المستحقة للعملاء بفعالية واحترافية.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•مدير مشروع: يتولى إدارة مشاريع التحصيل، ويضع الخطط والاستراتيجيات لتحقيق أهداف التحصيل. أهميته في ضمان تنفيذ مشاريع التحصيل بكفاءة وفعالية.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•مشرف تحصيل: يشرف على فريق المحصلين، ويقدم لهم التوجيه والدعم، ويراقب أداءهم لضمان تحقيق الأهداف. يُسهم في تحفيز الفريق وتحسين أدائهم.</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•محصل هاتفي: يتواصل مع المدينين عبر الهاتف للتفاوض على سداد الديون، وتقديم خيارات الدفع المناسبة. أهميته في التواصل المباشر مع المدينين وتحقيق نسب تحصيل عالية.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47EC0C2A-B151-489A-81B0-4FC2BB57BE2C}"/>
              </a:ext>
            </a:extLst>
          </p:cNvPr>
          <p:cNvSpPr txBox="1"/>
          <p:nvPr/>
        </p:nvSpPr>
        <p:spPr>
          <a:xfrm>
            <a:off x="5080000" y="3553941"/>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العمليات</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8E87525-7F44-4DFD-A823-25C1332F41C4}"/>
              </a:ext>
            </a:extLst>
          </p:cNvPr>
          <p:cNvPicPr>
            <a:picLocks noChangeAspect="1"/>
          </p:cNvPicPr>
          <p:nvPr/>
        </p:nvPicPr>
        <p:blipFill>
          <a:blip r:embed="rId2">
            <a:alphaModFix amt="20000"/>
          </a:blip>
          <a:stretch>
            <a:fillRect/>
          </a:stretch>
        </p:blipFill>
        <p:spPr>
          <a:xfrm>
            <a:off x="10634132" y="3530728"/>
            <a:ext cx="1562100" cy="530594"/>
          </a:xfrm>
          <a:prstGeom prst="rect">
            <a:avLst/>
          </a:prstGeom>
        </p:spPr>
      </p:pic>
      <p:sp>
        <p:nvSpPr>
          <p:cNvPr id="9" name="TextBox 8">
            <a:extLst>
              <a:ext uri="{FF2B5EF4-FFF2-40B4-BE49-F238E27FC236}">
                <a16:creationId xmlns:a16="http://schemas.microsoft.com/office/drawing/2014/main" id="{00F22644-705E-41F3-B730-CE29998E2499}"/>
              </a:ext>
            </a:extLst>
          </p:cNvPr>
          <p:cNvSpPr txBox="1"/>
          <p:nvPr/>
        </p:nvSpPr>
        <p:spPr>
          <a:xfrm>
            <a:off x="628650" y="4085261"/>
            <a:ext cx="10547350" cy="2448619"/>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تُشرف إدارة العمليات على جميع الأنشطة اليومية التي تضمن سير العمليات التشغيلية بسلاسة وكفاءة.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•مدير عمليات: يتولى الإشراف على جميع العمليات التشغيلية للشركة، ويضع الخطط لتحسين الكفاءة وتقليل التكاليف. أهميته في ضمان سير العمليات بسلاسة وتحقيق الأهداف التشغيلية.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•مسؤول عمليات: يقوم بتنسيق الأنشطة اليومية، ومتابعة سير العمل، وحل المشكلات التشغيلية. يُسهم في ضمان تنفيذ العمليات وفقًا للخطط الموضوعة.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خدمات مساندة: يقدم الدعم للعمليات الرئيسية، مثل إعداد التقارير، وتجهيز المستندات، وتنسيق الموارد. أهميته في تسهيل العمليات الرئيسية وضمان توفر الموارد اللازمة.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عمليات: متخصص في مجال معين من العمليات، ويقوم بتحليل البيانات، وتحديد فرص التحسين، وتطوير إجراءات العمل.</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FA3993A-7A6D-4E1C-8882-055FD39A16C7}"/>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a:off x="10015918" y="0"/>
            <a:ext cx="2171700" cy="2167315"/>
          </a:xfrm>
          <a:prstGeom prst="rect">
            <a:avLst/>
          </a:prstGeom>
        </p:spPr>
      </p:pic>
      <p:pic>
        <p:nvPicPr>
          <p:cNvPr id="11" name="Graphic 10">
            <a:extLst>
              <a:ext uri="{FF2B5EF4-FFF2-40B4-BE49-F238E27FC236}">
                <a16:creationId xmlns:a16="http://schemas.microsoft.com/office/drawing/2014/main" id="{3E54CD60-FC96-4185-ABFF-428FFBC3B0B0}"/>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rot="16200000">
            <a:off x="2190" y="2193"/>
            <a:ext cx="2171700" cy="2167315"/>
          </a:xfrm>
          <a:prstGeom prst="rect">
            <a:avLst/>
          </a:prstGeom>
        </p:spPr>
      </p:pic>
      <p:pic>
        <p:nvPicPr>
          <p:cNvPr id="12" name="Graphic 11">
            <a:extLst>
              <a:ext uri="{FF2B5EF4-FFF2-40B4-BE49-F238E27FC236}">
                <a16:creationId xmlns:a16="http://schemas.microsoft.com/office/drawing/2014/main" id="{17285B67-AA7F-408B-A933-0C98A0A7A386}"/>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2865" r="2943" b="87238"/>
          <a:stretch/>
        </p:blipFill>
        <p:spPr>
          <a:xfrm>
            <a:off x="-1" y="6527651"/>
            <a:ext cx="12192000" cy="330349"/>
          </a:xfrm>
          <a:prstGeom prst="rect">
            <a:avLst/>
          </a:prstGeom>
        </p:spPr>
      </p:pic>
    </p:spTree>
    <p:extLst>
      <p:ext uri="{BB962C8B-B14F-4D97-AF65-F5344CB8AC3E}">
        <p14:creationId xmlns:p14="http://schemas.microsoft.com/office/powerpoint/2010/main" val="2576252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A6E250-052E-4FE9-A6CD-B84CAFDD973D}"/>
              </a:ext>
            </a:extLst>
          </p:cNvPr>
          <p:cNvPicPr>
            <a:picLocks noChangeAspect="1"/>
          </p:cNvPicPr>
          <p:nvPr/>
        </p:nvPicPr>
        <p:blipFill>
          <a:blip r:embed="rId2">
            <a:alphaModFix amt="20000"/>
          </a:blip>
          <a:stretch>
            <a:fillRect/>
          </a:stretch>
        </p:blipFill>
        <p:spPr>
          <a:xfrm>
            <a:off x="10629900" y="2136028"/>
            <a:ext cx="1562100" cy="530594"/>
          </a:xfrm>
          <a:prstGeom prst="rect">
            <a:avLst/>
          </a:prstGeom>
        </p:spPr>
      </p:pic>
      <p:pic>
        <p:nvPicPr>
          <p:cNvPr id="5" name="Graphic 4">
            <a:extLst>
              <a:ext uri="{FF2B5EF4-FFF2-40B4-BE49-F238E27FC236}">
                <a16:creationId xmlns:a16="http://schemas.microsoft.com/office/drawing/2014/main" id="{465292FB-D24E-44A9-A001-83E616B0415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a:off x="10020301" y="0"/>
            <a:ext cx="2171700" cy="2167315"/>
          </a:xfrm>
          <a:prstGeom prst="rect">
            <a:avLst/>
          </a:prstGeom>
        </p:spPr>
      </p:pic>
      <p:pic>
        <p:nvPicPr>
          <p:cNvPr id="6" name="Graphic 5">
            <a:extLst>
              <a:ext uri="{FF2B5EF4-FFF2-40B4-BE49-F238E27FC236}">
                <a16:creationId xmlns:a16="http://schemas.microsoft.com/office/drawing/2014/main" id="{69FD78AE-21A8-4364-BC9C-FCFE85488B29}"/>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9976" r="10996"/>
          <a:stretch/>
        </p:blipFill>
        <p:spPr>
          <a:xfrm rot="16200000">
            <a:off x="2190" y="-2193"/>
            <a:ext cx="2171700" cy="2167315"/>
          </a:xfrm>
          <a:prstGeom prst="rect">
            <a:avLst/>
          </a:prstGeom>
        </p:spPr>
      </p:pic>
      <p:pic>
        <p:nvPicPr>
          <p:cNvPr id="7" name="Graphic 6">
            <a:extLst>
              <a:ext uri="{FF2B5EF4-FFF2-40B4-BE49-F238E27FC236}">
                <a16:creationId xmlns:a16="http://schemas.microsoft.com/office/drawing/2014/main" id="{6530AA01-3736-4402-839F-254E5114804B}"/>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2865" r="2943" b="87238"/>
          <a:stretch/>
        </p:blipFill>
        <p:spPr>
          <a:xfrm>
            <a:off x="-1" y="6527651"/>
            <a:ext cx="12192000" cy="330349"/>
          </a:xfrm>
          <a:prstGeom prst="rect">
            <a:avLst/>
          </a:prstGeom>
        </p:spPr>
      </p:pic>
      <p:sp>
        <p:nvSpPr>
          <p:cNvPr id="9" name="TextBox 8">
            <a:extLst>
              <a:ext uri="{FF2B5EF4-FFF2-40B4-BE49-F238E27FC236}">
                <a16:creationId xmlns:a16="http://schemas.microsoft.com/office/drawing/2014/main" id="{54BD7BFA-D5B6-495E-AA9E-B7D8B11B17D2}"/>
              </a:ext>
            </a:extLst>
          </p:cNvPr>
          <p:cNvSpPr txBox="1"/>
          <p:nvPr/>
        </p:nvSpPr>
        <p:spPr>
          <a:xfrm>
            <a:off x="5080000" y="2142059"/>
            <a:ext cx="6096000" cy="530594"/>
          </a:xfrm>
          <a:prstGeom prst="rect">
            <a:avLst/>
          </a:prstGeom>
          <a:noFill/>
        </p:spPr>
        <p:txBody>
          <a:bodyPr wrap="square">
            <a:spAutoFit/>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إدارة </a:t>
            </a:r>
            <a:r>
              <a:rPr lang="en-US" sz="2800" b="1" dirty="0">
                <a:effectLst/>
                <a:latin typeface="Times New Roman" panose="02020603050405020304" pitchFamily="18" charset="0"/>
                <a:ea typeface="Times New Roman" panose="02020603050405020304" pitchFamily="18" charset="0"/>
                <a:cs typeface="Arial" panose="020B0604020202020204" pitchFamily="34" charset="0"/>
              </a:rPr>
              <a:t>HR</a:t>
            </a:r>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 (الموارد البشرية)</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002EB432-0B54-4747-A30E-50E118B7281E}"/>
              </a:ext>
            </a:extLst>
          </p:cNvPr>
          <p:cNvSpPr txBox="1"/>
          <p:nvPr/>
        </p:nvSpPr>
        <p:spPr>
          <a:xfrm>
            <a:off x="2026920" y="2678573"/>
            <a:ext cx="9149080" cy="3337709"/>
          </a:xfrm>
          <a:prstGeom prst="rect">
            <a:avLst/>
          </a:prstGeom>
          <a:noFill/>
        </p:spPr>
        <p:txBody>
          <a:bodyPr wrap="square">
            <a:spAutoFit/>
          </a:bodyPr>
          <a:lstStyle/>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تُعنى إدارة الموارد البشرية بإدارة جميع الجوانب المتعلقة بالموظفين، من التوظيف والتدريب إلى إدارة الرواتب والمزايا.</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•مسؤول موارد بشرية: يتولى الإشراف على جميع وظائف الموارد البشرية، ويضع السياسات والإجراءات المتعلقة بالموظفين. أهميته في جذب الكفاءات، تطوير الموظفين، والحفاظ على بيئة عمل إيجابية.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تدريب: يقوم بتحديد الاحتياجات التدريبية للموظفين، وتصميم البرامج التدريبية، وتقييم فعاليتها. أهميته في تطوير مهارات الموظفين وزيادة إنتاجيتهم.</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توظيف: مسؤول عن عملية التوظيف بالكامل، من تحديد الاحتياجات الوظيفية إلى إجراء المقابلات واختيار المرشحين. أهميته في جذب أفضل الكفاءات للشركة.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شؤون عاملين: يتولى إدارة شؤون الموظفين اليومية، مثل الإجازات، الحضور والانصراف، والتعامل مع استفسارات الموظفين. يُسهم في توفير بيئة عمل منظمة وداعمة.</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•أخصائي حضور وأجور: مسؤول عن إعداد كشوف الرواتب، متابعة الحضور والانصراف، وإدارة المزايا والتعويضات. أهميته في ضمان دقة صرف الرواتب والامتثال للوائح العمل.</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1226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1409</Words>
  <Application>Microsoft Office PowerPoint</Application>
  <PresentationFormat>Widescreen</PresentationFormat>
  <Paragraphs>137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Mahmoud Seif</dc:creator>
  <cp:lastModifiedBy>Youssef Saleh</cp:lastModifiedBy>
  <cp:revision>10</cp:revision>
  <dcterms:created xsi:type="dcterms:W3CDTF">2026-02-24T21:43:07Z</dcterms:created>
  <dcterms:modified xsi:type="dcterms:W3CDTF">2026-02-26T12:13:12Z</dcterms:modified>
</cp:coreProperties>
</file>